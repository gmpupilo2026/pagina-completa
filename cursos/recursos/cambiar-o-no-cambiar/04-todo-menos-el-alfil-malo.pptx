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CAMBIAR O NO CAMBIAR</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bases del cambio</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Todo menos el alfil malo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ventaja chica pero estable crece con cada cambio, siempre que no cambies la pieza que la sostiene.</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Todo menos el alfil malo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Hay posiciones donde la ventaja no es material ni de ataque: es que una pieza del rival no tiene futuro. Esa clase de ventaja no se esfuma con los cambios; al revés, se agranda. Con menos piezas en el tablero, el rival tiene menos formas de compensar su pieza mala.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Todo menos el alfil malo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cuidado está en el orden: hay que cambiar todo lo demás, pero no dejar que el rival libere su pieza mala con una ruptura de peones ni que la cambie por una de las tuyas. Por eso muchas jugadas del bando que tiene la ventaja son de prevención: impedir el avance que le daría aire.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Todo menos el alfil malo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Anatoly Karpov contra Joël Lautier es un ejemplo perfecto. Con 18.Af3 impidió que las negras liberaran su alfil con …c5, y después cambió las torres, las damas y hasta entregó un peón: el final de alfiles quedó ganado porque el alfil negro siguió encerrado en a8.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Cuando tengas una ventaja de este tipo, antes de cada cambio pregúntate: ¿después de este cambio, la pieza mala del rival sigue siendo mala? Si la respuesta es sí, cambia.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Cambiar o no cambiar · Lección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