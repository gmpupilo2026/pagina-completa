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IDEAS QUE GANAN PARTIDAS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6 · Los finales que hay que saber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Alfil contra caballo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El alfil prefiere peones en los dos flancos y posiciones abiertas; el caballo, peones en un solo flanco y casillas fijas.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Alfil contra caballo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pelea entre alfil y caballo es de las más instructivas del ajedrez. El alfil es de largo alcance: rinde más con peones en los dos flancos, porque puede atender los dos lados a la vez. El caballo es lento pero llega a todas las casillas: rinde más con todos los peones en un solo flanco y con casillas fuertes donde instalarse.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Alfil contra caballo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Los peones deciden casi siempre. Si los peones del bando del alfil están en casillas de su color, el alfil queda malo y el caballo suele ganar; si los peones del rival están fijos en casillas del color del alfil, son blancos fáciles. Al llegar a un final así, lo primero es mirar los peones.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Alfil contra caballo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Y como en todo final, el rey es una pieza más: el que llega primero al centro o a los peones rivales suele decidir.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Juega dos finales de alfil contra caballo contra la computadora, uno con peones en los dos flancos y otro con peones en un solo flanco. Juega cada uno con las dos piezas y compara.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Ideas que ganan partidas · Lección 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