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47</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Del patrón al plan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El caballo que se entrega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 caballo sacrificado puede abrir el rey rival, desviar a un defensor o despejar una casilla. Aprende cuándo vale la pena entregarlo y qué tiene que venir después.</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caballo que se entrega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caballo es la pieza que más se sacrifica en ataques contra el rey. Se entrega en las casillas cercanas al rey rival, como f7, e6 o g5 y h5 según la estructura, para romper la protección de peones, para atraer al rey a una casilla donde recibe jaques o para desviar a una pieza que estaba defendiendo algo importante. Como vale tres puntos, el sacrificio es menos costoso que el de una torre, y por eso aparece en muchas más partidas.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caballo que se entrega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Las señales: el rey rival en el centro o con su enroque débil, muchas de tus piezas cerca y pocas defensoras del rival, una casilla clave como f7 defendida solo por el rey, o un peón rival que, si captura el caballo, abre una columna o una diagonal hacia su rey. La pregunta que decide es qué entra después: si después del sacrificio llegan la dama, una torre y un alfil con jaques o amenazas, vale la pena calcularlo.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caballo que se entrega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error típico es entregar el caballo por intuición y no tener nada preparado para la segunda jugada. Un sacrificio sin continuación es solo una pieza menos. Cuenta las piezas que entran en el ataque, las que defienden y, sobre todo, mira qué pasa si el rival no captura el caballo y en vez de eso contesta con calma. Si ni así tienes ventaja, guarda el caballo para otro momento: los ataques que funcionan suelen madurar con una o dos jugadas más de preparación.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Revisa tus partidas y busca una posición donde podías sacrificar un caballo cerca del rey rival. Calcula sin mover qué piezas llegaban después y compruébalo con el motor.</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