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Controles de tiempo, incrementos y resolución de incidencias con el reloj en competencia.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Aplicar las reglas del art. 6 sobre el uso del reloj durante la partida.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Distinguir controles sin incremento, con incremento (Fischer), con demora y por períodos.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Configurar el reloj para partidas clásicas, rápidas y relámpago.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Resolver incidencias de tiempo: caída de bandera, incomparecencia y reloj defectuoso.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reloj en las Leyes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0:55 – 1:35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Sistemas de control de tiempo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1:35 – 1:50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1:50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Configuración según la modalidad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Incidencias de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3:05 – 3:20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3:20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Práctica: configurar el reloj por escenario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uso del reloj durante la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A la hora de inicio se pone en marcha el reloj de las blancas, esté o no el jugador en la mesa. El árbitro decide de qué lado del tablero va el reloj. Cada jugador mueve y después presiona el reloj, con la misma mano con la que movió.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se puede dejar el dedo sobre el botón ni presionar con fuerza, levantar o volcar el reloj.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Solo quien tiene su reloj en marcha puede acomodar sus piezas.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Un jugador puede pausar el reloj para llamar al árbitro; la partida se reanuda cuando el árbitro lo decide.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jugada queda hecha al soltar la pieza y completada al presionar el reloj.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6.2, 6.5, 6.6 y 6.11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Sistemas de control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reloj puede funcionar de varias maneras, y quien arbitra debe saber configurarlas y explicarlas.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Sin incremento («a finish»): un tiempo fijo para toda la partida.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Incremento o tiempo Fischer: se suma un tiempo fijo después de cada jugada, desde la primera.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Demora (delay): cada jugada trae un tiempo fijo; el tiempo principal empieza a descontarse cuando ese tiempo se agota.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Por períodos: por ejemplo, 40 jugadas en 90 minutos y luego 30 minutos más; el tiempo nuevo se suma al completar la jugada 40.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Con menos de 5 minutos y sin incremento de al menos 30 segundos, el jugador puede dejar de anotar.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6.3 y 8.4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Configurar el reloj según la modalidad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Antes de la ronda se configuran y revisan todos los relojes con el ritmo que anuncia el reglamento del torneo. Un reloj mal configurado es la causa de muchas incidencias que después no tienen buena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Revisa el tiempo base, el incremento y, si lo hay, el período siguiente.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Comprueba que los dos lados muestren el mismo tiempo antes de empezar.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Deja relojes de repuesto configurados.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a mitad de partida se descubre un reloj mal configurado o con un defecto evidente, el árbitro lo corrige o lo reemplaza y fija los tiempos con su criterio.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6.10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Caída de bandera e incidencias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Cuando a un jugador se le agota el tiempo, pierde la partida, salvo que el rival no pueda dar mate por ninguna serie de jugadas legales: en ese caso son tablas. La prueba es «cualquier serie de jugadas legales», aunque sea con la peor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Al caer una bandera, se comprueba si el jugador cumplió el número de jugadas del control.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En ritmo clásico con árbitro presente, el árbitro declara la caída de bandera de oficio; en relámpago sin supervisión, la reclama el jugador.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el reglamento no fija tiempo de incomparecencia, es cero: quien llega tarde pierde, salvo decisión del árbitro.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En apuro de tiempo, el árbitro observa especialmente esas partidas y puede nombrar asistentes.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6.4, 6.7, 6.8, 6.9, 12.3 y 12.4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blancas no llegaron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Es la hora de inicio y el jugador de blancas no está en la mesa. El reglamento fija 15 minutos de incomparecencia.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Las blancas no llegaron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pone en marcha el reloj de las blancas igual. Si llega antes de los 15 minutos, juega con el tiempo que le quede; si no, pierde por incomparecencia.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6.6 y 6.7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Presionar antes de mover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En apuro de tiempo, un jugador presiona el reloj antes de soltar la pieza.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Presionar antes de mover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 manejo indebido del reloj: el árbitro interviene y aplica una sanción del art. 12.9, de menor a mayor.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6.2.1, 6.2.4 y 12.9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Bandera con rey y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Cae la bandera de las blancas. Las negras solo tienen rey y caballo, y las blancas tienen rey y peón.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Bandera con rey y caballo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Pierden las blancas: con ese material existe al menos una serie de jugadas legales que termina en mate. Por ejemplo, rey blanco en h1 con su peón en h2, rey negro en f1 y caballo negro en f2: el peón le quita al rey su última casilla. Solo serían tablas si el rival no pudiera dar mate de ninguna manera, como con rey y caballo contra rey solo.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6.9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Reloj con defecto evidente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A mitad de partida, la pantalla de un reloj deja de funcionar.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Reloj con defecto evidente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El árbitro lo reemplaza y fija los tiempos del reloj nuevo con su mejor criterio, apoyándose en las planillas y en lo que recuerden los jugadores.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6.10.1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CONFIGURACIÓN DE UN RELOJ SEGÚN ESCENARIO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un simulador de reloj digital en línea, cada participante configura el control de tiempo correspondiente a tres escenarios: partida clásica, rápida y relámpago.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Configura el reloj para una partida clásica de 90 minutos con 30 segundos de incremento desde la jugada 1. ¿Deben anotar los jugadores toda la partida?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Configura el reloj para rápidas a 15 minutos más 10 segundos. ¿Qué ritmo es según la fórmula?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Configura el reloj para relámpago a 3 minutos más 2 segundos. ¿Qué ritmo 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Cae la bandera de un jugador. Su rival solo tiene el rey. ¿Resultado?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5 DE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El reglamento no dice nada sobre la tolerancia. Un jugador llega 3 minutos tarde. ¿Qué pasa?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1. ¿Qué es el incremento o «tiempo Fischer» en el reloj de ajedrez?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2. Si a un jugador se le agota el tiempo, ¿qué debe verificar primero la persona árbitra?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3. ¿Qué reloj se pone en marcha al empezar la ronda?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4. ¿Con qué mano se presiona el reloj?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5. En el modo de demora, ¿cuándo empieza a descontarse el tiempo principal?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6. Si el reglamento no fija tiempo de incomparecencia, ¿cuál es?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Completar una ficha con la configuración correcta del reloj (tiempo base e incremento) para tres modalidades, según la normativa JDE.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5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