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5: Finales de torre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18
Kling y Horwitz y el peón central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56 a 58 · 7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Defender cuando ya no es posible Philidor: la torre por detrás y la efectividad lejana con el peón en sexta.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Si el rey fuerte ya cruzó la sexta, la torre defiende desde atrás y el rey débil elige el lado corto; la distancia de la torre decide.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18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56 · Peones centrales. Defensa de Kling y Horwitz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57 · Peón central en sexta. Torre con efectividad lejana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58 · Peón central en sexta. Torre sin efectividad lejana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18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56 · Peones centrales. Defensa de Kling y Horwitz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Si el peón es de alfil o central y no se alcanza Philidor, el recurso es colocar la torre detrás del peón (Kling y Horwitz). Funciona contra peones centrales aunque el rey sea expulsado por el lado largo; con peón de alfil hace falta el rey en el lado corto; con peón de caballo no sirve.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Kling y Horwitz: torre detrás del peón, que impide al rey rival apoyar su avance.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Cuando no se puede alcanzar Philidor, la torre debe estar lista para ponerse detrás del peón en cuanto avance.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peón de alfil, el rey defensor tiene que apartarse por el lado corto; con peón de caballo este sistema no funciona.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Cuando el rey fuerte se aparta, se puede volver a Philidor; cuando avanza el peón, jaquear o esperar detrás.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18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56 · Peones centrales. Defensa de Kling y Horwitz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Preparar Kling y Horwitz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1...Tf1 2.e6 Te1 3.Rd6 Td1+ 4.Re5 Te1+ 5.Rd5 Te3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39865"/>
            <a:ext cx="5486400" cy="32866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No se llega a Philidor; la torre se prepara para ponerse detrás del peón. 2.e6 Te1! es la marca de fábrica del método: mientras la torre esté detrás del peón, el rey blanco no puede apoyar su avance sin recibir jaques.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18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6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56 · Peones centrales. Defensa de Kling y Horwitz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 torre no llegó detrás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1.Tf7+ Re8 2.Ta7 Rf8 3.Ta8+ Rg7 4.Re7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96757"/>
            <a:ext cx="5486400" cy="33297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2...Td1? 3.Re6 Rf8, la torre negra está delante y el rey blanco gana tiempos: el peón sale de la quinta y la torre defensora no logra la efectividad lejana.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18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6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56 · Peones centrales. Defensa de Kling y Horwitz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castigo a la espera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1.Rf7 Th2 2.Tg8 Th7+ 3.Tg7 Th8 4.Re7 Rc6 5.e6 Rc7 6.Rf6+ Rd8 7.Rf7 Rc7 8.Tg1 Th7+ 9.Rg6 Th8 10.Td1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35808"/>
            <a:ext cx="5486400" cy="3090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la torre blanca en e8 y la negra pasiva en e2, 1.Rf7! amenaza el avance del peón y todo desemboca en Lucena. La torre negra tenía que ir a h1 para dar jaques desde el lado corto.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18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57 · Peón central en sexta. Torre con efectividad lejana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en sexta y el rey defensor fuera, el único método es el lado largo. La torre defensora debe reunir dos condiciones: la columna más alejada y la octava fila, para que el rey rival no llegue a ella.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en 5ª, 6ª o 7ª y el rey defensor fuera, el único recurso es el lado largo con la torre; cuanto más atrás el peón, más tablas.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torre defensora ideal: en la columna más lejana (efectividad lejana) y en la octava (impide al rey fuerte ocuparla).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rey defensor espera lo más cerca posible del peón; nunca abandonar la columna lejana ni dejar entrar al rey rival en octava.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18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57 · Peón central en sexta. Torre con efectividad lejana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Torre con efectividad lejana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1.Td8 Ta7+ 2.Td7 Ta8 3.Td6 Rg6 4.Td7 Rg7 5.Tc7 Rg6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47702"/>
            <a:ext cx="5486400" cy="3278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1...Ta7+! impide el progreso; 3.Td6 es el intento venenoso: 3...Rg6! única, esperando cerca del peón sin abandonar la columna 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18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7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57 · Peón central en sexta. Torre con efectividad lejana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casi zugzwang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1...Rg6 2.Td7 Rg7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8380"/>
            <a:ext cx="5486400" cy="3408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3...Ta1? 4.Re8! y el rey llega a octava; 3...Tb8? 4.Ta7 y la torre pierde la efectividad lejana. Sólo 3...Rg6! mantiene todo.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18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58 · Peón central en sexta. Torre sin efectividad lejana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Si la torre defensora no tiene el lado largo, con el peón central en sexta el bando fuerte gana, pero con una maniobra tan precisa que marca el límite entre victoria y tablas: primero hay que ceder el turno.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central en sexta y la torre defensora sin efectividad lejana, se gana.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Primer paso: ceder el turno (Rd6+ y volver a e7) porque las piezas negras ya están en sus casillas ideales.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Ojo con el intento directo Ta1?: el defensor recupera la efectividad lejana mientras el peón llega a séptima.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18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58 · Peón central en sexta. Torre sin efectividad lejana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Ceder el turno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1.Rd6+ Rf6 2.Rd7 Rg7 3.Re7 Rg6 4.Ta1 Tb7+ 5.Rd8 Tb8+ 6.Rc7 Tb2 7.Te1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18242"/>
            <a:ext cx="5486400" cy="32082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1.Rd6+! y tras volver a e7 el negro no tiene jugada útil. Con el rey negro en g6, 7.Te1! deja coronar el peón, lo que no pasaría con el rey en g7.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18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8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58 · Peón central en sexta. Torre sin efectividad lejana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detalles tácticos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1.e7 Tb8+ 2.Rc7 Te8 3.Rd6 Tb8 4.Tf1+ Rg7 5.Rc7 Ta8 6.Ta1 Te8 7.Rd7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10404"/>
            <a:ext cx="5486400" cy="3216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Contra 5...Rf6 las blancas ganan de forma única: 6.e7! y una serie de jaques y jugadas de torre que hay que conocer.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18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Elige el lado correcto para el rey en cada posición y compruébalo contra el motor.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18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