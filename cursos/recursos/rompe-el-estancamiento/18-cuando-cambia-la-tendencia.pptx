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y transformaciones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Cuando cambia la tendencia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partida que iba bien puede empezar a ir mal sin un error grande. Detectar a tiempo que el viento cambió salva puntos.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cambia la tendencia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partidas tienen tendencias: hay momentos en que la posición va mejorando para un lado, jugada a jugada, aunque la evaluación todavía diga que está pareja. El jugador que tenía la iniciativa empieza a quedarse sin ideas, el que se defendía empieza a activar sus piezas. Nadie cometió un error grande, pero el viento cambió.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cambia la tendencia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Quien no lo nota sigue jugando como si fuera el que manda: busca ataques que ya no funcionan y deja de cuidar su propia posición. Cuando quiere reaccionar, el rival ya tiene la iniciativa y un ataque en marcha. Muchas derrotas «inexplicables» empiezan ahí: no en el error final, sino diez jugadas antes, cuando no se reconoció que había que pasar a la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cambia la tendencia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detectarlo, cada cierto número de jugadas haz un balance honesto: ¿mis piezas están mejor o peor que hace cinco jugadas? ¿Y las del rival? Si la respuesta es que el rival mejora y tú no, cambia de actitud: consolida, cambia sus piezas activas, defiende antes de que haga falta.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con el motor dos partidas que perdiste sin un error grave. Busca el momento en que la evaluación empezó a bajar de a poco y anota qué estabas intentando hacer en ese momento.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