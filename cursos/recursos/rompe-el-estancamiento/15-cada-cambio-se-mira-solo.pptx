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ROMPE EL ESTANCAMIENTO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4 · Cambios y transformaciones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Cada cambio se mira solo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Que el último cambio haya sido bueno no hace bueno al siguiente. La posición se vuelve a evaluar después de cada uno.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Cada cambio se mira solo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Cuando se empieza a cambiar, cuesta parar. Se cambia una pieza, sale bien, y se sigue cambiando por inercia, como si el primer cambio hubiera decidido que la simplificación era el camino. Pero cada cambio deja una posición nueva, y en esa posición nueva el siguiente cambio puede ser exactamente el error.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Cada cambio se mira solo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caso típico es el paso a un final de peones. Con piezas en el tablero, ir con un peón de más es una buena ventaja. Al cambiar la última pieza, todo depende de una sola cosa: si el rey llega a tiempo, si hay oposición, si el peón pasado está lejos. Un cambio de más puede convertir un final ganado en tablas, o en derrota. Lo mismo pasa al revés: el cambio que nadie quería hacer es a veces el único que gana.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Cada cambio se mira solo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regla es sencilla y se olvida mucho: después de cada cambio, vuelve a evaluar la posición como si la vieras por primera vez. Y antes de entrar en un final de peones, cuéntalo hasta el final: es el único tipo de final que se puede calcular entero, y no hay vuelta atrás.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Juega contra el motor del sitio diez finales de torre y peones donde vas con un peón de más. Antes de cambiar las torres, escribe si el final de peones que queda gana o no, y comprueba jugándolo.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Rompe el estancamiento · Lección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