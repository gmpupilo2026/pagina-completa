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15 del curso Aperturas y Defensas. Cómo estudiar el repertorio de tu próximo oponente.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Cómo construir tu repertorio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contra rivales específicos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estudiar el repertorio de tu próximo oponente.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contra rivales específicos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un torneo, revisa las últimas partidas de tu rival (si están disponibles) para identificar qué aperturas juega con frecuencia.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una respuesta concreta contra su línea más jugada, en vez de intentar cubrir todas las posibilidades por igual.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elige un rival ficticio y prepara 5 jugadas de respuesta contra su apertura favorita de este curso.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Preparación contra rivales específicos — Aperturas y Defensas</dc:title>
  <dc:subject>Preparación contra rivales específicos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