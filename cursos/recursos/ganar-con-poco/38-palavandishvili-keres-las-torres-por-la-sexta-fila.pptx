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Palavandishvili – Keres: las torres por la sexta fila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Palavandishvili contra Paul Keres, Tiflis, 1946. Torres activas sin columnas abiertas.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Palavandishvili – Keres: las torres por la sexta fila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posición no hay columnas abiertas, y las torres parecen no tener nada que hacer. Keres encuentra otra vía: lleva sus torres a la sexta fila y desde ahí pasan de un flanco al otro. Es una ventaja pequeña, pero dura: mientras las torres negras se mueven libres, las blancas tienen que defender.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Palavandishvili – Keres: las torres por la sexta fila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Nimzoindia; ganan las negras). En los momentos clave el visor te pide que encuentres la jugada antes de verla: todas están comprobadas con Stockfish, y en cada una la jugada de la partida es la mejor por al menos medio peón. Lo que hay que llevarse: Sin columnas abiertas, una torre puede activarse por una fila. Cambiar el único alfil del rival puede dejar sus peones sin defensa. Una ventaja de actividad, si el rival no la iguala, crece sola.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tus torres no tengan columnas, busca una fila libre. Antes de cambiar un alfil, mira qué peones quedan en su color.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