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Rubinstein – Grünfeld: paciencia en el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Akiba Rubinstein contra Ernst Grünfeld, Karlsbad, 1929. El arte del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Rubinstein – Grünfeld: paciencia en el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Rubinstein, uno de los mejores jugadores de finales de la historia, convierte una ventaja pequeña en un final de damas y alfiles de distinto color, y después en uno de alfiles con peones en los dos flancos. Cada fase se juega sin apuro: primero se fijan los peones del rival, después se activa el rey y al final se empuja el peón pasado.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Rubinstein – Grünfeld: paciencia en el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India de Dama; ganan las blancas). En los momentos clave el visor te pide que encuentres la jugada antes de verla: todas están comprobadas con Stockfish, y en cada una la jugada de la partida es la mejor por al menos medio peón. Lo que hay que llevarse: Con damas en el tablero, los alfiles de distinto color favorecen al que ataca. Un peón que fija a otro le quita casillas al rey y a las piezas rivales. En el final de alfiles, el que frena el peón pasado del rival y empuja el propio gana.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finales contra la computadora y anota en cuántas jugadas activaste tu rey. En tus finales de alfiles, mira de qué color son las casillas de los peones pasados.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