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ESTRATEGIA EN EL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3 · Las piezas en el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Alfiles de distinto color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La fortaleza de tablas más famosa, y las tres formas de romperla.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Alfiles de distinto color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Con alfiles de distinto color el defensor juega, en la práctica, con una pieza de más: su alfil controla casillas que el tuyo no puede disputar nunca. Por eso dos peones de ventaja muchas veces no alcanzan, y hay finales con tres de más que son tablas.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Alfiles de distinto color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Las formas de romper esa fortaleza son tres, y conviene tenerlas en orden: peones separados —cuanto más lejos uno del otro, peor la defiende un solo alfil—, el rey adentro, y peones en el color del alfil rival, que lo obligan a mirarlos en vez de bloquear.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Alfiles de distinto color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mismo cuadro sirve al revés: cuando vas perdiendo, el final de alfiles de distinto color es tu mejor amigo. Muchos finales se salvan simplificando exactamente hacia ahí, aunque cueste entregar material para llegar.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Juega contra el motor un final de alfiles de distinto color con dos peones de ventaja, primero con los peones juntos y después separados por tres columnas. Compara los resultados.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Estrategia en el final · Lección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