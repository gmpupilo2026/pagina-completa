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jaque perpetuo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estás perdido, una serie de jaques que no termina salva la partida. Aprende a buscar el perpetuo y, cuando vas ganando, a no dejar que te lo den.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perpetuo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jaque perpetuo es una serie de jaques de la que el rey rival no puede escapar. Como la posición se repite, la partida termina en tablas por triple repetición o por acuerdo. Es el recurso más valioso de quien está perdido: no importa cuánto material tenga el rival si no puede salir de los jaques. Casi siempre lo da una dama, a veces con ayuda de un caballo o de una torre, y suele aparecer cuando el rey rival tiene poca protección de peones.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perpetuo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estás peor o perdido, el rey rival tiene pocos peones delante o están adelantados, y tu dama tiene dos o tres casillas desde donde dar jaque. Si cada vez que el rey se mueve tú encuentras otro jaque, y el rival no puede tapar con una pieza que a la vez dé jaque, tienes el perpetuo. A veces hay que sacrificar algo para abrir el camino de tu dama: cuando la partida está perdida, ese material ya no importa.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perpetuo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del que defiende es dejar de buscar los jaques porque «igual estoy perdido». El del que ataca es no dejarle una casilla de escape al rey ni mirar los jaques del rival antes de lanzarse a comer: muchas partidas ganadas terminan en tablas así. Si vas ganando, antes de cada jugada pregúntate qué jaques tiene el rival y si tu rey tiene donde esconderse. Un peón que tape una diagonal o una casilla de refugio vale más que un peón de ventaja.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derrotas del último mes y busca momentos en que tenías la dama y el rey rival estaba descubierto. Comprueba con el motor si había un perpetuo que no viste.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