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ÁRBITRO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6 · Ritmos de juego: rápidas y relámpago (apéndices A y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Ajedrez relámpago: cuándo el árbitro decide sin que nadie reclame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El apéndice B y la diferencia de fondo con rápidas: el árbitro con autoridad para fallar sin esperar un reclamo del jugador.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Ajedrez relámpago: cuándo el árbitro decide sin que nadie reclame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Se juega a ritmo relámpago cuando todo el tiempo disponible es menor a 10 minutos por jugador (art. B.1). Con árbitro presente junto a cada tablero, cumpliendo las Reglas de Competencia (art. B.2: un árbitro por partida, con registro de la partida), rige el deber general de intervenir sin esperar reclamo que ya tienen todos los árbitros del reglamento (art. 12.1, 7.5.1): quien está mirando ESA mesa falla directamente sobre jugadas ilegales o caídas de bandera, sin necesitar que ningún jugador reclame.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Ajedrez relámpago: cuándo el árbitro decide sin que nadie reclame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Sin árbitro junto a cada tablero, el propio apéndice B remite (art. B.3) al mismo procedimiento del A.5 de rápidas: el rival reclama y prueba la falta antes de hacer su propia siguiente jugada. Un reclamo hecho DESPUÉS de mover ya no vale — la regla es idéntica a la de rápidas, lo que cambia en relámpago es que, con jugadas de segundos, ese margen se vive mucho más corto en la práctica, y explicarlo antes de la ronda evita discusiones a mitad de partida.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Ajedrez relámpago: cuándo el árbitro decide sin que nadie reclame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caída de bandera en relámpago sigue el mismo criterio de material insuficiente del artículo 6.9, que el A.5.3 repite para cuando no hay árbitro dedicado en la mesa — no cambia por ser el ritmo más rápido, lo que cambia es quién puede fallarlo y con qué margen de tiempo para reclamar.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Ajedrez relámpago: cuándo el árbitro decide sin que nadie reclame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torneos de relámpago con muchas rondas y poco personal, un árbitro suele cubrir varias mesas: ahí el reglamento vuelve a apoyarse en el procedimiento sin árbitro presente, aunque técnicamente haya uno en la sala — lo que importa no es si existe un árbitro en el torneo, sino si está junto a ESE tablero en ESE momento.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Diseñar el protocolo de arbitraje para un torneo relámpago de 40 tableros con solo tres árbitros disponibles: qué mesas cubren personalmente, qué procedimiento rige en las que no, y cómo se comunica ese criterio a los jugadores antes de la primera ronda.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Árbitro Nacional · Lección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