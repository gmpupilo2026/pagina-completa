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GANAR CON POCO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4 · Cambiar para ganar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Qué piezas cambiar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Cambiar piezas no es neutral: cada cambio deja una posición distinta, mejor para uno de los dos.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Qué piezas cambiar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Cuando tienes una ventaja pequeña, cambiar piezas suele ayudar: con menos piezas, el rival tiene menos recursos para complicar y tu ventaja pesa más. Pero no da igual qué piezas se cambian. Cambiar tu pieza mala por la buena del rival es ganar en el cambio; cambiar tu pieza buena por la mala del rival es perder, aunque el material quede igual.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Qué piezas cambiar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La pregunta antes de cada cambio es qué queda después. ¿Queda tu alfil bueno contra su alfil malo? ¿Queda un final de peones que se gana o uno que se tabla? ¿Desaparece la pieza que defendía su debilidad? Un cambio bien elegido convierte una ventaja pequeña en una ventaja ganadora; uno mal elegido la borra.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Qué piezas cambiar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Hay también cambios que conviene evitar. Si estás mejor, no cambies la pieza que más trabaja; si estás peor, busca cambiar las piezas que atacan y no las que defienden. Y recuerda que el final de peones es definitivo: antes de entrar en él, cuéntalo hasta el final.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Revisa tres partidas tuyas y marca todos los cambios de piezas. Para cada uno, escribe qué pieza buena y qué pieza mala quedó en el tablero. ¿Algún cambio ayudó al rival?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Ganar con poco · Lección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