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Ritmos de juego: rápidas y relámpago (apéndices A y B)</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Ajedrez rápido: qué cambia y qué sigue igual respecto al control clásico</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El apéndice A: la definición de rápidas y los tres cambios de procedimiento que trae respecto a un control clásico.</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Ajedrez rápido: qué cambia y qué sigue igual respecto al control clásico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Se juega a ritmo rápido cuando el control de tiempo de cada jugador es mayor a 10 minutos y menor a 60 (art. A.1) — por debajo de 10 minutos es relámpago (apéndice B), y a 60 o más es control clásico y se aplican las Leyes sin apéndice. Esta frontera decide qué reglas rigen, así que confirmarla antes de la ronda es parte del trabajo de quien arbitra, no un detalle administrativo.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Ajedrez rápido: qué cambia y qué sigue igual respecto al control clásico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apéndice A distingue dos escenarios según cuánta supervisión hay, y ahí está el cambio real de procedimiento en jugadas ilegales. Con "Reglas de Competencia" (art. A.4: un árbitro por cada tres partidas como máximo, todas anotadas), el procedimiento es igual al del control clásico. Sin esa supervisión cercana (art. A.5, "en cualquier otro caso"), lo que cambia es solo el margen para reclamar: el árbitro actúa según el mismo artículo 7.5.5 si ve la jugada ilegal antes de que el rival haya movido; si no interviene, el rival puede reclamarla, pero solo antes de hacer SU PROPIA siguiente jugada — pasado ese momento, la jugada ilegal queda en pie y la partida sigue. Lo que NO cambia en ninguno de los dos casos es que hace falta una SEGUNDA jugada ilegal del mismo jugador para perder la partida: no hay pérdida a la primera, ni siquiera sin árbitro cerca.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Ajedrez rápido: qué cambia y qué sigue igual respecto al control clásico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Desde la revisión de 2023, el artículo A.3 reduce a UN minuto (en vez de dos) las sanciones de los artículos 7 y 9 en TODO el apéndice A — con árbitro dedicado (A.4) o sin él (A.5), es la misma reducción, no un privilegio de uno de los dos escenarios. Es uno de los pocos números que cambian entre apéndices y conviene tenerlo fresco, porque equivocarse en el tiempo de la sanción es un error que se nota de inmediato.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Ajedrez rápido: qué cambia y qué sigue igual respecto al control clásico</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No anotar la partida es la norma en rápidas cuando ninguno de los dos jugadores lo hace (a diferencia del control clásico, donde anotar es obligatorio salvo la excepción de los cinco minutos): eso significa que los reclamos de repetición o de 50 jugadas casi nunca se pueden probar en rápidas, y el reglamento lo sabe — por eso las reglas automáticas de tablas (75 jugadas, quíntuple repetición) pesan más en este ritmo que en el clásico.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Comparar, artículo por artículo, el procedimiento de jugada ilegal con Reglas de Competencia (art. A.4, árbitro dedicado) contra el de rápidas sin esa supervisión (art. A.5), señalando qué cambia (el margen para reclamar) y qué NO cambia (que hace falta una segunda jugada ilegal para perder).</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