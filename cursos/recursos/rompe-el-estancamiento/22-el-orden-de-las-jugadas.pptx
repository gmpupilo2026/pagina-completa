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Cálculo y visualización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orden de las jugadas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Las mismas jugadas en otro orden pueden ganar o perder. Elegir cuál va primero es parte del cálculo.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orden de las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Muchas combinaciones tienen dos o tres jugadas que hay que hacer, y el jugador ve las tres pero no se pregunta en qué orden. Hace la que primero se le ocurrió, y descubre que el rival tenía una defensa que el orden correcto le quitaba. No le faltó ver la idea: le faltó ordenarla.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orden de las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orden importa por varias razones. Una jugada con jaque deja menos opciones al rival que una sin jaque, así que suele ir primero. Una pieza que atrae al rey a una casilla mala tiene que llegar antes del golpe que aprovecha esa casilla. Y a veces el orden decide qué piezas quedan en el tablero: cambiar primero una pieza u otra deja finales distintos.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orden de las jugadas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elegir el orden, compara las respuestas del rival en cada caso: si empiezo con A, ¿qué puede hacer? ¿Y si empiezo con B? Gana el orden que le deja menos opciones. Con la práctica se vuelve natural empezar por las jugadas más forzadas: jaques, capturas, amenazas de mate.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los próximos ejercicios de combinación que resuelvas, cuando encuentres la idea, escribe al menos dos órdenes posibles de las jugadas y comprueba cuál funciona. Anota cuántas veces el orden equivocado fallaba.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