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64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Caballo contra peón</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 caballo puede frenar a un peón si se coloca delante, pero sufre contra el peón de torre. Aprende las reglas de este final.</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Caballo contra peón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Con el rey lejos, un caballo solo contra un peón pasado suele bastar para detenerlo si llega a tiempo a alguna casilla por delante del peón, y lo mejor es la casilla de coronación o la que está justo antes. Una vez ahí, el caballo bloquea y el peón no puede avanzar sin ser capturado. El problema es que el caballo es lento y no salta de lejos como el alfil: llegar a tiempo es lo que decide.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Caballo contra peón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caso más difícil para el caballo es el peón de torre, sobre todo si ya está en séptima. En el borde el caballo tiene muy pocas casillas y le cuesta controlar la de coronación sin que el rey rival se lo impida. Con peones centrales o de caballo, en cambio, tiene más formas de acercarse. Fíjate también en que el caballo cambia de color de casilla en cada salto: eso decide cuántos saltos necesita para llegar.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Caballo contra peón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bando del caballo debe buscar la casilla de bloqueo más cercana y, si no llega directo, dar jaques al rey para ganar tiempo. El bando del peón debe usar su rey para apartar al caballo de las casillas de control y avanzar sin pausa. El error típico es perseguir al peón desde atrás: el caballo no lo alcanza así. Hay que llegar por delante, donde el peón tiene que pasar.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Coloca un caballo, su rey lejos y un peón rival en séptima en distintas columnas. Prueba si el caballo llega a tiempo en cada caso y compara el peón de torre con uno central.</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64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