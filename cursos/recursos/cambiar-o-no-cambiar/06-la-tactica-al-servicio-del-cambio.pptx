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bases del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táctica al servicio del cambio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Muchas veces el cambio que quieres no se puede hacer directamente. Un pequeño golpe táctico lo fuerza.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táctica al servicio del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Saber qué cambio te conviene es la mitad del trabajo; la otra mitad es lograrlo, porque el rival no te lo va a regalar. Ahí entra la táctica: un sacrificio momentáneo, un jaque intermedio o una clavada que obliga a una serie de capturas y deja en el tablero justo lo que querías.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táctica al servicio del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encontrar esos golpes hay que mirar la posición final que se busca y calcular hacia atrás: ¿qué serie de capturas termina ahí? Cuando las capturas se encadenan, cada jugada del rival es forzada, y eso hace el cálculo más corto de lo que parece.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táctica al servicio del cambio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Capablanca contra Vidmar es un clásico: 16.Cfxe5 parece entregar una pieza, pero la serie de cambios que sigue termina en un final donde las blancas tienen la pareja de alfiles y los peones negros quedan expuestos.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Cuando encuentres una posición final que te gusta (por ejemplo, un final sin damas con mejor estructura), cuenta cuántas capturas forzadas te faltan para llegar a ella. Practícalo con las partidas modelo de esta lección.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