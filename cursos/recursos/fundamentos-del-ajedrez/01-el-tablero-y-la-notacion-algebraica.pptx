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Lección 1 del curso Fundamentos del Ajedrez. Cómo se nombran las casillas y se anotan las jugadas.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33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 INTEGRAL  ·  FUNDAMENTOS DEL AJEDREZ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 · Reglas básicas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tablero y la notación algebraica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nombran las casillas y se anotan las jugadas.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ajedrez-integral.com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DE9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CLAVE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tablero y la notación algebraica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64240" cy="4297680"/>
          </a:xfrm>
          <a:prstGeom prst="rect">
            <a:avLst>
              <a:gd name="adj" fmla="val 2553"/>
            </a:avLst>
          </a:prstGeom>
          <a:solidFill>
            <a:srgbClr val="F0F4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tablero tiene 64 casillas organizadas en 8 columnas (de la "a" a la "h", de izquierda a derecha vistas por las blancas) y 8 filas (del 1 al 8).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casilla se nombra combinando columna y fila: e4, g7, a1.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es la notación algebraica, el idioma universal del ajedrez.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colocar el tablero, la regla es "casilla clara a la derecha": para las blancas, h1 debe ser una casilla clara.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jugada se anota con la letra de la pieza (R = rey, D = dama, T = torre, A = alfil, C = caballo; el peón no lleva letra) seguida de la casilla de destino, por ejemplo Cf3 o e4.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PRACTICAR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nombra en voz alta 10 casillas al azar sobre un tablero antes de pasar a la siguiente lección.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del Ajedrez · Lección 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Ajedrez Integral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 tablero y la notación algebraica — Fundamentos del Ajedrez</dc:title>
  <dc:subject>El tablero y la notación algebraica</dc:subject>
  <dc:creator>Ajedrez Integral</dc:creator>
  <cp:lastModifiedBy>Ajedrez Integral</cp:lastModifiedBy>
  <cp:revision>1</cp:revision>
  <dcterms:created xsi:type="dcterms:W3CDTF">2026-09-10T06:21:03Z</dcterms:created>
  <dcterms:modified xsi:type="dcterms:W3CDTF">2026-09-10T06:21:03Z</dcterms:modified>
</cp:coreProperties>
</file>