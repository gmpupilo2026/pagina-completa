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Capablanca – Yates: los caballos de Capablanca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José Raúl Capablanca contra Frederick Yates, Nueva York, 1924. Simplificar y tomar la iniciativa.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Capablanca – Yates: los caballos de Capablanca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Capablanca hace lo que lo hizo famoso: simplifica la posición, toma la iniciativa y juega con una claridad que parece fácil. Sus caballos buscan los peones débiles del flanco de dama y, con cada cambio, la ventaja crece hasta ser decisiva.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Capablanca – Yates: los caballos de Capablanca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(Defensa India del Rey; ganan las blancas). En los momentos clave el visor te pide que encuentres la jugada antes de verla: todas están comprobadas con Stockfish, y en cada una la jugada de la partida es la mejor por al menos medio peón. Lo que hay que llevarse: Simplificar no es ir a tablas: es quedarse con las piezas que trabajan. Dos caballos bien coordinados atacan muchas casillas a la vez. Un ataque doble con un caballo sale de tenerlo cerca de las piezas rivales.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partidas, antes de cada cambio, di qué pieza buena te queda después. Busca casillas desde las que un caballo ataque dos piezas a la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