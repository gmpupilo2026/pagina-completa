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Qué se va y qué queda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Con material de más, cambia piezas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regla clásica: el que tiene ventaja de material busca cambiar piezas, porque cada cambio hace más grande su ventaja relativa.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Con material de más, cambia piezas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peón de más con todas las piezas en el tablero es una ventaja discreta: el rival tiene con qué crear amenazas, buscar ataque o bloquear. El mismo peón de más en un final de peones suele ser una partida ganada. La razón es aritmética: cuantas menos piezas quedan, más pesa la diferencia. Ocho contra siete se parece; dos contra uno, 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Con material de más, cambia piezas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Por eso la regla dice que el bando con material de más cambia piezas, y sobre todo la dama, que es la pieza con la que el rival más puede complicar. Ojo: la regla dice piezas, no peones. Cambiar peones le acerca al rival a las tablas, porque con menos peones hay menos con qué coronar, y hay finales con una pieza de más que no se ganan si no quedan peones.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Con material de más, cambia piezas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forma práctica de usar la regla es ofrecer cambios con ganancia: poner una pieza enfrente de la del rival de modo que, si no cambia, pierda algo, y si cambia, quede un final que ganas. El que va abajo en material evita los cambios; tu trabajo es dejarlo sin esa opción.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Cuando tengas un peón de más, cuenta cuántas piezas quedan en el tablero cada cinco jugadas. Si el número no baja, te estás perdiendo oportunidades de cambiar. Repasa la partida buscando el momento en que se podía forzar un cambio.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