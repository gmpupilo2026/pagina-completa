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IDEAS QUE GANAN PARTIDAS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1 · El ataque al rey enrocado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 última fila sin 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 rey encerrado detrás de sus propios peones puede recibir mate en su primera fila. Reconocerlo gana partidas, y olvidarlo las pierde.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última fila sin 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Después de enrocar, el rey queda en g1 (g8) con los peones de f, g y h delante. Mientras esos peones no se mueven, el rey no tiene casillas de escape hacia adelante, y una torre o una dama que llega a la primera fila da mate sin más. Es el mate más frecuente en partidas entre aficionados, y también uno de los que más se cuela en partidas de jugadores fuertes.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última fila sin 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Para aprovecharlo, el atacante busca sacar de la primera fila a las piezas que la defienden: las desvía con un sacrificio, las cambia o las ata a otra tarea. Muchas veces la jugada decisiva no es la del mate, sino la anterior, la que obliga al defensor a irse.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última fila sin 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Para defenderse, la receta es vieja y sencilla: darle aire al rey con h3 o g3 (h6 o g6) en un momento tranquilo, antes de que haga falta. Cuesta un tiempo, pero quita para siempre una de las armas más fuertes del rival.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Revisa tus últimas diez partidas y busca los momentos en que tu rey no tenía casillas de escape. Anota si el rival podía aprovecharlo y si te diste cuenta a tiempo.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Ideas que ganan partidas · Lección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