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ROMPE EL ESTANCAMIENTO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3 · Leer la posición más allá de las jugadas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No des jugadas por hechas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«Recaptura y listo», «tiene que retirar»: la jugada que das por segura es justo la que el rival no está obligado a hacer.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No des jugadas por hechas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Un error muy frecuente del cálculo de club no es calcular mal: es no calcular una jugada porque «es obvia». Cambias piezas y das por hecho que el rival recaptura; atacas una pieza y das por hecho que la retira; das un jaque y das por hecho la única respuesta que viste. En cada caso, el rival tiene otras opciones, y una de ellas puede ser mejor.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No des jugadas por hechas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 jugada intermedia es el ejemplo clásico: en vez de recapturar, el rival da un jaque o crea una amenaza mayor, y recaptura después, en mejores condiciones. Lo mismo pasa con las piezas atacadas que no se retiran sino que contraatacan, o con los cambios que el rival rechaza. Lo que parece forzado casi nunca lo es del todo.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No des jugadas por hechas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 corrección es concreta: en cada línea que calculas, después de tu jugada, haz una lista corta de las respuestas del rival que sean jaques, capturas o amenazas, aunque parezcan raras. Muchas veces se descartan en un segundo; la que no se descarta es la que te iba a ganar la partida.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En tus próximas partidas, cada vez que calcules un cambio, busca a propósito un jaque o una amenaza del rival antes de recapturar. Anota en la planilla con un signo «!» las veces que existía. Haz lo mismo en las tuyas: busca la jugada intermedia antes de recapturar.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Rompe el estancamiento · Lección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