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 del curso Aperturas y Defensas. Ideas y plan de blancas en la apertura más estudiada de la historia.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APERTURAS Y DEFENSAS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Aperturas de peón rey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 Española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y plan de blancas en la apertura más estudiada de la historia.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 Española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1.e4 e5 2.Cf3 Cc6 3.Ab5 clava (indirectamente) al caballo c6 contra el rey y prepara enrocar rápido.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típico de blancas es c3 y d4 para construir un centro amplio, mientras negras suele responder con 3...a6 (variante abierta o cerrada según cómo sigan blancas).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apertura más jugada en la historia de los campeonatos mundiales porque ofrece a las blancas una ventaja de espacio duradera sin comprometer la seguridad del rey.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juega 5 partidas con blancas usando solo esta apertura contra Oscar en el Tablero.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y Defensas · Lección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Apertura Española — Aperturas y Defensas</dc:title>
  <dc:subject>Apertura Española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