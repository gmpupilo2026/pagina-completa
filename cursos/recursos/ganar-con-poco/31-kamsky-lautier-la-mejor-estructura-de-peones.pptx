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Kamsky – Lautier: la mejor estructura de peones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Gata Kamsky contra Joël Lautier, Las Palmas, 1994. Peones sanos contra peones débiles.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Kamsky – Lautier: la mejor estructura de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Española en la que las negras quedan con peones doblados. No hay nada que ganar de inmediato: Kamsky mantiene la tensión, lleva los caballos a casillas donde molestan y espera. La peor estructura de las negras obliga a sus piezas a defender, y cuando la posición se abre, la diferencia de actividad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Kamsky – Lautier: la mejor estructura de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(Apertura Española; ganan las blancas). En los momentos clave el visor te pide que encuentres la jugada antes de verla: todas están comprobadas con Stockfish, y en cada una la jugada de la partida es la mejor por al menos medio peón. Lo que hay que llevarse: Una estructura de peones peor obliga a las piezas a defender, y una pieza que defiende no ataca. No hace falta cambiar en el centro si la tensión molesta más al rival que a ti. Un caballo centralizado puede abrirle una fila o columna a una torre.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Mira tus peones doblados o aislados: ¿qué pieza tuya está atada a defenderlos? Antes de cambiar en el centro, pregúntate a quién alivia el cambio.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