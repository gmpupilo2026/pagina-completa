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Aprovechar las debilidades del rey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rey con huecos en su enroque es una debilidad que dura toda la partida. Aprende a leer esas casillas y a llevar piezas antes de atacar.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Aprovechar las debilidades del rey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peones del enroque son el techo del rey. Cada vez que uno avanza o se cambia, queda una casilla que ya ningún peón puede proteger, y ese hueco no se arregla nunca: los peones no retroceden. Un rey con el peón de g adelantado, sin el de h o con peones doblados delante está expuesto, aunque en ese momento no haya ninguna amenaza. La ventaja no se cobra de inmediato, sino llevando poco a poco piezas hacia esos huecos hasta que el ataque decide.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Aprovechar las debilidades del rey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leer el enroque rival, mira qué casillas cercanas al rey ya no controla ningún peón y de qué color son. Si los huecos son de casillas claras y el rival cambió su alfil de casillas claras, la debilidad es grave: nadie puede cubrirlos. Cuenta también los defensores: cuántas piezas rivales hay cerca de su rey y cuántas tuyas pueden llegar en dos o tres jugadas. Un rey con huecos y pocos defensores es la señal para empezar a mover piezas hacia allá.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Aprovechar las debilidades del rey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 que se hace es concentrar fuerza: dama, caballo, alfil y torre apuntando al mismo lado, y abrir líneas recién cuando están todos listos. Conviene cambiar a la pieza que defiende mejor, por ejemplo el caballo que cuida h7 o el alfil del color de los huecos. Al revés, si estás atacando, evita cambiar damas: sin dama, un rey expuesto casi deja de importar. El error típico es atacar con dos piezas y dejar que el rival tape los huecos con tiempo.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 próxima partida, cada vez que el rival mueva un peón de su enroque, anota qué casilla quedó sin protección y qué pieza tuya podría llegar a ella.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