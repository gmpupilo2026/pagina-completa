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F0B429"/>
                </a:solidFill>
                <a:latin typeface="Calibri"/>
              </a:rPr>
              <a:t>El mapa de los finales  ·  Bloque 1: Fundamentos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5156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Georgia"/>
              </a:rPr>
              <a:t>Lección 2
El peón de torre y los rincones del alfil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20624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F0F4F8"/>
                </a:solidFill>
                <a:latin typeface="Calibri"/>
              </a:rPr>
              <a:t>Finales 4 a 7 · 5 posiciones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0B429"/>
                </a:solidFill>
                <a:latin typeface="Calibri"/>
              </a:rPr>
              <a:t>Ajedrez Integral · Oscar Angulo Cubero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Objetivo de la lección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1943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Reconocer las excepciones del peón de torre (rey defensor delante, el encierro del rey fuerte) y los dos rincones del final de torre contra alfil.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Idea guía: El rincón es el refugio del bando débil: en el rincón del color contrario al alfil se hacen tablas; en el del mismo color, se pierde.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2 · Ajedrez Integral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Contenido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Final 4 · El peón de torre. El rey defensor delante del peón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Final 5 · El encierro del rey fuerte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Final 6 · Torre contra alfil. El rincón malo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Final 7 · Torre contra alfil. El rincón bueno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2 · Ajedrez Integral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Final 4 · El peón de torre. El rey defensor delante del peón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El peón de torre es el más difícil de coronar: en cuanto llega a séptima apoyado por su rey aparece el ahogado. Si el rey defensor se pone delante, es tablas siempre.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286000"/>
            <a:ext cx="109728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Peón de torre con el rey defensor delante: tablas, sin importar quién mueva.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Ni con varios peones de torre doblados se gana: cada vez que un peón llega a séptima hay que entregarlo para evitar el ahogado.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2 · Ajedrez Integral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4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4 · El peón de torre. El rey defensor delante del peón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El rey delante del peón de torre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0B429"/>
                </a:solidFill>
                <a:latin typeface="Calibri"/>
              </a:rPr>
              <a:t>Juegan blancas   ·   Tablas   ·   posición clave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1.Rh1 h2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683110"/>
            <a:ext cx="5486400" cy="344336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Las blancas pierden la oposición y no importa: 1...h2 es ahogado.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2 · Ajedrez Integral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4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4 · El peón de torre. El rey defensor delante del peón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La inutilidad del número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627D98"/>
                </a:solidFill>
                <a:latin typeface="Calibri"/>
              </a:rPr>
              <a:t>Juegan blancas   ·   Tablas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1.Rh1 Rf3 2.Rxh2 Rg4 3.Rh1 Rg3 4.Rg1 h2+ 5.Rh1 Rg4 6.Rxh2 h3 7.Rh1 Rg3 8.Rg1 h4 9.Rh1 h5 10.Rg1 h6 11.Rh1 Rf3 12.Rh2 Rg4 13.Rh1 Rg3 14.Rg1 h2+ 15.Rh1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3235669"/>
            <a:ext cx="5486400" cy="28908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Seis peones de torre no ganan: uno a uno hay que perderlos para evitar el ahogado.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2 · Ajedrez Integral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Final 5 · El encierro del rey fuerte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Contra el peón de torre no hace falta ponerse delante: basta con encerrar al rey fuerte en el rincón ocupando c1 o c2 (o f1/f2 en el otro flanco).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286000"/>
            <a:ext cx="109728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Contra el peón de torre se hacen tablas poniendo el rey delante o bien ocupando una de las dos casillas de la columna de alfil más cercanas a la banda (c1/c2 o f1/f2).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Si el rey fuerte se mete en el rincón para abrir paso, queda encerrado y su propio peón lo ahoga.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2 · Ajedrez Integral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5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5 · El encierro del rey fuerte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El rey fuerte queda encerrado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0B429"/>
                </a:solidFill>
                <a:latin typeface="Calibri"/>
              </a:rPr>
              <a:t>Juegan blancas   ·   Tablas   ·   posición clave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1.Rc1 Ra2 2.Rc2 a4 3.Rc1 a3 4.Rc2 Ra1 5.Rc1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820270"/>
            <a:ext cx="5486400" cy="330620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Las negras amenazaban ...Rb2. 1.Rc1! impide eso y amenaza Rb1. Tras 1...Ra2 el rey negro no vuelve a salir: si avanza el peón, es él quien queda ahogado.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2 · Ajedrez Integral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Final 6 · Torre contra alfil. El rincón malo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Torre contra alfil suele ser tablas, pero con el rey en la banda hay que saber cuál es el rincón peligroso: el del color del alfil.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286000"/>
            <a:ext cx="109728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En torre contra alfil, el rincón malo para el defensor es el del color de su alfil.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Método ganador: la torre quita al alfil sus casillas seguras detrás del rey y lo obliga a salir a donde la torre gana tiempo amenazando mate en la última fila.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Error típico del atacante: amenazar mate antes de tiempo dejando escapar al rey del rincón.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2 · Ajedrez Integral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6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6 · Torre contra alfil. El rincón malo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El rey en el rincón del color del alfil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0B429"/>
                </a:solidFill>
                <a:latin typeface="Calibri"/>
              </a:rPr>
              <a:t>Juegan blancas   ·   Ganan blancas   ·   posición clave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1.Tf1 Ah2 2.Th1 Ag3 3.Tg1 Ah2 4.Tg2 Ad6 5.Td2 Ae7 6.Td7 Af8 7.Td8#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910404"/>
            <a:ext cx="5486400" cy="32160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1.Tb7?? Rf8 dejaría escapar al rey. Con 1.Tf1 la torre va cerrando las casillas del alfil; cuando el alfil tiene que salir, la torre gana el tiempo decisivo con amenaza de mate.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2 · Ajedrez Integral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Final 7 · Torre contra alfil. El rincón bueno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En el rincón del color contrario al alfil la defensa es tan sencilla que conviene ir allí desde el principio: el alfil cubre el jaque en la última fila y el ahogado obliga a aflojar la presión.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286000"/>
            <a:ext cx="109728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Rincón bueno: el de color contrario al del alfil. El rey se queda ahí y el alfil cubre los jaques desde la casilla vecina.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Única precaución: mantener el alfil lejos, en una diagonal larga, para poder dar jaque si la torre se cuela en la séptima.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2 · Ajedrez Integral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7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7 · Torre contra alfil. El rincón bueno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El rey en el rincón bueno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0B429"/>
                </a:solidFill>
                <a:latin typeface="Calibri"/>
              </a:rPr>
              <a:t>Juegan blancas   ·   Tablas   ·   posición clave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1.Ta8+ Ag8 2.Ta7 Ab3 3.Rg6 Ac4 4.Th7+ Rg8 5.Tc7 Ad3+ 6.Rh6 Ae4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894729"/>
            <a:ext cx="5486400" cy="323175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Tras 1.Ta8+ Ag8 la torre o el rey deben retirarse para no ahogar. 3...Ae6?? sería el único error: 4.Th7 Rg8 5.Te7 y el alfil se pierde.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2 · Ajedrez Integral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Para practicar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1943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Con un alfil y el rey en cada rincón, jugá contra el motor las dos posiciones hasta convencerte de la diferencia.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En la página del curso cada posición se puede jugar contra el motor (Stockfish) al nivel que elijas; la hoja de ejercicios en PDF reúne las posiciones de esta lección para resolver sin tablero.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360420"/>
            <a:ext cx="10972800" cy="285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Recorré cada línea principal hasta entender el porqué de cada jugada.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Practicá primero las posiciones clave, después las demás.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Anotá las reglas de cada final con tus palabras.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2 · Ajedrez Integral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