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8</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CAMBIAR O NO CAMBIAR</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Alfiles y caballos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 pareja de alfiles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Los dos alfiles juntos cubren casillas de los dos colores y trabajan a distancia. Para que se luzcan hay que abrir la posición y quitarle casillas a las piezas del rival.</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pareja de alfiles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Hoy casi todos los grandes maestros prefieren el alfil al caballo en la mayoría de las posiciones, y la pareja de alfiles contra alfil y caballo es una ventaja real. Pero no gana sola: hay que darle trabajo. Los alfiles necesitan diagonales abiertas, y el plan suele ser avanzar los peones para quitarle casillas al caballo rival y abrir líneas.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pareja de alfiles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Con la pareja, no hay apuro por cambiar. Solo se devuelve un alfil cuando el cambio deja algo concreto: un final de peones ganado, una pieza rival activa que desaparece, un rey que entra.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pareja de alfiles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Wilhelm Steinitz, el primer campeón del mundo, fue quien mostró la técnica de la pareja de alfiles. Contra Englisch, primero quitó casillas al caballo de b3 con …b6 y …c5, y solo al final cambió alfiles para llegar a un final de peones ganado.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Juega desde la posición del ejemplo contra el motor, con la pareja de alfiles. El objetivo es no cambiar ningún alfil antes de que el caballo rival se quede sin casillas.</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Cambiar o no cambiar · Lección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