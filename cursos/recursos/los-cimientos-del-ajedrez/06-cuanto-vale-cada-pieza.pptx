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6</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1 · Las primeras herramientas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Cuánto vale cada pieza</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El valor 1-3-3-5-9 sirve para decidir cambios, pero tiene excepciones: la pareja de alfiles, las piezas activas y los peones que corren.</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Cuánto vale cada pieza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tabla que todos aprendemos dice que el peón vale 1, el caballo y el alfil 3, la torre 5 y la dama 9. El rey no tiene valor porque no se puede cambiar. Con esa tabla se deciden la mayoría de los cambios: una torre por un caballo es mala idea, tres peones por un alfil suele estar equilibrado, y la calidad, que es una torre por una pieza menor, vale más o menos dos peones. Sirve como primera medida, no como sentencia.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Cuánto vale cada pieza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valor real de una pieza depende de lo que hace. Un alfil encerrado detrás de sus propios peones vale menos que un caballo instalado en el centro. Dos alfiles juntos, en posiciones abiertas, suelen valer más que alfil y caballo. Una torre que todavía no ha salido vale poco hasta que encuentra una columna. Y un peón pasado muy avanzado puede valer tanto como una pieza, porque obliga a una pieza rival a vigilarlo todo el tiempo.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Cuánto vale cada pieza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Antes de un cambio, haz la cuenta con la tabla y después corrígela mirando el tablero: qué pieza queda más activa, si te quedas con la pareja de alfiles, si se abren líneas hacia tu rey. El error común es aferrarse al número y no entregar nunca una calidad, o al revés, entregar material por una actividad que dura una jugada. La tabla dice cuánto pagas; el tablero dice si lo que recibes vale ese precio.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Revisa una partida tuya y marca cada cambio de piezas. Para cada uno, escribe qué pieza quedó mejor después del cambio, aunque el material quedara igual.</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