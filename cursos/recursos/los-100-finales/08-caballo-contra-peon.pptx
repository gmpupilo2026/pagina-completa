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0B429"/>
                </a:solidFill>
                <a:latin typeface="Calibri"/>
              </a:rPr>
              <a:t>Los 100 finales que hay que conocer  ·  Bloque 3: Pieza contra peón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Lección 8
Caballo contra peón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0F4F8"/>
                </a:solidFill>
                <a:latin typeface="Calibri"/>
              </a:rPr>
              <a:t>Finales 10 a 15 · 10 posiciones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0B429"/>
                </a:solidFill>
                <a:latin typeface="Calibri"/>
              </a:rPr>
              <a:t>Ajedrez Integral · Oscar Angulo Cubero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Objetivo de la lección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943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Detener un peón con el caballo: los circuitos del caballo, el peón de torre en sexta y en séptima y la casilla tonta.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Idea guía: El caballo detiene a cualquier peón si llega a la casilla de coronación o a su circuito; contra el peón de torre en séptima hay que calcular.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8 · Ajedrez Integral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Contenido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10 · Caballo contra peón en séptima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11 · El peón de caballo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12 · El peón de torre en sexta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13 · El peón de torre en séptima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14 · El rey y el caballo dan mate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15 · La casilla tonta del caballo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8 · Ajedrez Integral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10 · Caballo contra peón en séptima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Un caballo solo puede frenar a un peón que ya está en séptima si consigue ponerse delante de él o controlar la casilla de coronación desde la misma fila del peón ("de lado"). Conocer estos circuitos permite calcular liquidaciones con rapidez.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Contra un peón de las cuatro columnas centrales en séptima: si el caballo se sitúa delante, es tablas.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Si no puede ponerse delante, debe controlar la casilla de coronación "de lado", desde la fila del peón: también es tablas.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Si no puede ni ponerse delante ni controlar la coronación de lado, el peón corona.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El caballo delante del peón maniobra por los dos lados; el rey rival no logra expulsarlo.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8 · Ajedrez Integral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10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10 · Caballo contra peón en séptima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caballo se pone delante del peón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1.Cd1 Rc2 2.Cf2 Rc3 3.Ra6 Rd4 4.Rb5 Re3 5.Cd1+ Re2 6.Cb2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71216"/>
            <a:ext cx="5486400" cy="3255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1.Cd1 es única y suficiente: delante del peón el caballo tiene salidas por ambos lados. Cuando el rey negro lo ataca, salta al otro lado y todo vuelve a empezar.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8 · Ajedrez Integral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10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10 · Caballo contra peón en séptima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Controlar la coronación "de lado"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1.Ce2+ Rd2 2.Cd4 c1=D 3.Cb3+ Rd1 4.Cxc1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04595"/>
            <a:ext cx="5486400" cy="33218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El caballo va a la segunda fila, la del peón, y accede a dos circuitos: e2-c3-a2 (detener) y e2-d4-b3-c1 (capturar). 1.Cd3+?? Rd2! expulsa al caballo del circuito y el peón corona.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8 · Ajedrez Integral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11 · El peón de caballo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 el peón de caballo la banda estorba al caballo: sólo hay tablas si el caballo consigue ponerse delante del peón. Controlarlo de lado ya no basta.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Peón de caballo en séptima: si el caballo se coloca delante, tablas; si no puede, el peón corona.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El bando del peón debe avanzarlo enseguida a séptima si el caballo aún no está delante; perder tiempo con el rey deja que el caballo llegue.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8 · Ajedrez Integral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1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11 · El peón de caballo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caballo no tiene casilla buena al otro lado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negras   ·   Ganan negras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1...b2 2.Cd2+ Rc1 3.Cb3+ Rd1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61488"/>
            <a:ext cx="5486400" cy="33649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1...b2! y el caballo no puede ponerse delante. 1...Rc2? permitiría 2.Cd6! seguido de Ce4-d2-b1 y tablas. Tras 2.Cd2+ Rc1! el caballo no tiene la casilla de control que sí tenía con el peón central.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8 · Ajedrez Integral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12 · El peón de torre en sexta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El peón de torre es el más peligroso contra el caballo. En sexta las tablas dependen de encontrar el circuito correcto: g4-e3-f1-h2 para el rincón h1.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Peón de torre en sexta: tablas si el caballo se pone delante. Si sólo controla la casilla de avance, debe hacerlo desde el circuito correcto (g4-e3-f1-h2 para h1), no desde f3.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Un caballo lejano que llega con jaques puede salvar, y uno cercano en la casilla equivocada puede perder: importa el circuito, no la distancia.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8 · Ajedrez Integral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1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12 · El peón de torre en sexta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circuito correcto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1.Cg4+ Rg3 2.Ce3 Rf3 3.Cf1 Rf2 4.Ch2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92838"/>
            <a:ext cx="5486400" cy="33336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1.Cg4+ entra en el circuito g4-e3-f1-h2 y el rey blanco nunca lo expulsa. 1.Cf3+? Rg2 2.Ch4+ Rf2 y el caballo sale del circuito malo perdiendo el peón de vista.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8 · Ajedrez Integral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13 · El peón de torre en séptima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Contra el peón de torre en séptima el caballo solo no basta: el rey rival siempre lo desaloja. Pero el caballo levanta barreras que retrasan al rey enemigo mientras llega el rey propio.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El caballo solo no detiene al peón de torre en séptima, pero construye barreras (casillas que el rey rival no puede cruzar sin dejar de defender el peón).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La parte sólida de la barrera tiene forma de L; el rey rival debe rodearla y eso da tiempo al rey defensor para acercarse.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Desde e4 el caballo puede elegir entre dos barreras (f2 o g3) según dónde esté el rey rival.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8 · Ajedrez Integral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13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13 · El peón de torre en séptima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La barrera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1.Cg3 h2 2.Rb7 Rd4 3.Rc6 Re5 4.Rc5 Rf4 5.Ch1 Rf3 6.Rd4 Rg2 7.Re3 Rxh1 8.Rf2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945674"/>
            <a:ext cx="5486400" cy="31808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Parece perdido con el rey blanco tan lejos, pero el caballo en g3 crea una barrera (d2-e2-e3-e4) que el rey negro no puede cruzar. Rodearla le lleva tantas jugadas que el rey blanco llega a f2.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8 · Ajedrez Integral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13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13 · El peón de torre en séptima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Diagrama de análisis: las casillas de la barrera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Tablas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1...Rd4 2.Rc6 Re5 3.Rc5 Rf4 4.Ch1 Rf3 5.Rd4 Rg2 6.Re3 Rxh1 7.Rf2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902566"/>
            <a:ext cx="5486400" cy="32239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Las casillas marcadas forman la barrera. Por el otro lado, 1...Rc2 2.Rc6 Rd1 3.Rd5 Re1 4.Re4 Rf2 5.Rf4 también es tablas.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8 · Ajedrez Integral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13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13 · El peón de torre en séptima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La otra barrera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Tablas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1...Rc2 2.Cg3 Rd1 3.Rd6 Re1 4.Re5 Rf2 5.Rf4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20270"/>
            <a:ext cx="5486400" cy="33062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Desde e4 el caballo elige la barrera según la posición del rey. Contra 1...Rd4 lo correcto es 2.Cf2! (barrera e5-e4-e3-d3), no 2.Cg3? Re5! y el rey blanco no llega.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8 · Ajedrez Integral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13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13 · El peón de torre en séptima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Diagrama de análisis: la barrera en 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Tablas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1...Rc3 2.Rd6 Rd2 3.Re5 Re2 4.Ch1 Rf3 5.Rd4 Rg2 6.Re3 Rxh1 7.Rf2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902566"/>
            <a:ext cx="5486400" cy="32239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Tras 1...Rd4 2.Cf2 el rey negro tiene que rodear la L (e5, e4, e3, d3) y el rey blanco llega justo a tiempo.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8 · Ajedrez Integral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14 · El rey y el caballo dan mate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Una excepción a favor del caballo: si el rey del peón queda atascado delante de su propio peón de torre en el rincón, rey y caballo pueden dar mate.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Rey atascado delante de su peón de torre en sexta o séptima, con el rey rival cerca: puede haber mate de caballo. Sirve sobre todo para no caer en esa posición.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8 · Ajedrez Integral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14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14 · El rey y el caballo dan 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Mate con el caballo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1.Cc1 a2 2.Cb3#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10542"/>
            <a:ext cx="5486400" cy="341593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1.Cc1 deja al negro con una sola jugada legal y el caballo remata.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8 · Ajedrez Integral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15 · La casilla tonta del caballo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La segunda casilla de la gran diagonal (b7, g7, b2, g2) es la casilla tonta del caballo: desde ahí ni para al peón ni deja que su rey lo haga.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Un caballo en b7/g7/b2/g2 tiene una movilidad tan pobre que un simple peón puede ganarle.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8 · Ajedrez Integral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15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15 · La casilla tonta del caballo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caballo estorba a su propio rey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1.a6 Rc8 2.a7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02705"/>
            <a:ext cx="5486400" cy="34237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El caballo en b7 no controla a8 ni deja pasar al rey: el peón corona.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8 · Ajedrez Integral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Para practicar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 el peón de torre en séptima, jugá contra el motor cinco veces desde posiciones distintas del rey.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En la página del curso cada posición se puede jugar contra el motor (Stockfish) al nivel que elijas; la hoja de ejercicios en PDF reúne las posiciones de esta lección para resolver sin tablero.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63240"/>
            <a:ext cx="1097280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Recorré cada línea principal hasta entender el porqué de cada jugada.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Practicá primero las posiciones clave, después las demás.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Anotá las reglas de cada final con tus palabras.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8 · Ajedrez Integral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