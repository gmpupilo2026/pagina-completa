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Combinaciones de coronación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a punto de coronar justifica casi cualquier sacrificio. Aprende a desviar, interferir y abrir paso hasta la casilla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de coronación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en séptima, o incluso en sexta, vale mucho más que un peón: amenaza convertirse en dama y obliga al rival a vigilarlo con alguna pieza. Las combinaciones de coronación aprovechan eso. Se sacrifica material para desviar a la pieza que vigila la casilla de coronación, para interferir su línea o para atraer al rey lejos. Si al final el peón corona, el material entregado se recupera con creces.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de coronación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 son un peón pasado avanzado y una sola pieza rival que lo frena. Pregúntate si esa pieza tiene otra tarea, si puedes cerrarle la línea interponiendo una pieza, o si un jaque la obliga a moverse. Mira también si el peón puede coronar dando jaque o capturando. En ocasiones conviene coronar en caballo en vez de dama, por ejemplo para dar jaque y ganar algo o para evitar un ahogado.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de coronación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orden de las jugadas es lo más delicado: primero se elimina o desvía al defensor, después avanza el peón. Calcula con cuidado si el rival puede detenerlo con un jaque o capturándolo en el último momento. El error típico del defensor es confiar en que su pieza llegará a tiempo; el del atacante, no ver que tras coronar la nueva dama puede ser capturada de inmediato. Cuenta qué pasa después de coronar, no solo hasta coronar.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 base de ejercicios diez combinaciones de coronación y clasifícalas: desviación, interferencia, atracción del rey o subpromoción. Luego resuelve otras diez sabiendo a qué grupo pertenece cada 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