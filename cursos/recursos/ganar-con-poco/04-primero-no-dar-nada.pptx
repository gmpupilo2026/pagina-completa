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Ver lo que no se ve</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Primero, no dar nada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 ventaja pequeña se gana sobre todo con los errores pequeños del rival. Para eso, lo primero es no cometerlos tú.</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Primero, no dar nada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Hay una verdad incómoda en las partidas que se ganan con poco: el ganador casi nunca hizo nada espectacular. Lo que hizo fue no regalar nada durante cuarenta jugadas, mientras el rival regalaba una casilla aquí, un tiempo allá, un peón débil más tarde. La técnica empieza por la defensa propia.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Primero, no dar nada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No dar nada significa revisar, antes de cada jugada, qué deja tu jugada: qué casilla se debilita, qué pieza queda sin defensa, qué columna se abre para el rival. Un peón que avanza no vuelve atrás, y la casilla que deja de cuidar queda débil para siempre. Muchas posiciones parejas se pierden por un avance de peón que no hacía falta.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Primero, no dar nada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Esta lección cuesta porque no tiene brillo: es la costumbre de mirar también lo que el rival quiere hacer. Pero es la que más puntos suma. Contra un rival que no regala nada, hasta el mejor jugador tiene que conformarse con tablas; contra uno que regala poco a poco, la partida se gana sola.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próximas partidas, antes de cada avance de peón, di en voz baja qué casilla deja de cuidar ese peón. Si no lo sabes, no lo muevas todavía.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