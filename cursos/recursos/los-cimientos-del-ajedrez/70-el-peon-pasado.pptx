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70</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3 · La coordinación de las piezas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El peón pasado</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Un peón pasado es una amenaza constante que crece a medida que se simplifica la partida. Aprende a crearlo, empujarlo y frenarlo.</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peón pasado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 peón pasado es el que ya no tiene peones rivales delante ni en las columnas vecinas: solo las piezas pueden detenerlo. Por eso crece en importancia cuanto más se simplifica la partida, y en los finales suele ser decisivo. Un peón pasado avanzado obliga al rival a dedicarle una pieza que ya no participa en otra cosa. Esa es su verdadera fuerza: no solo puede coronar, también ata piezas rivales.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peón pasado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Las señales de que un pasado es fuerte son que está avanzado, que lo protege otro peón o una pieza, y que el rival no tiene un buen bloqueador delante. Si no tienes uno, mira si una mayoría de peones en un flanco puede crearlo con un avance. Si es del rival, la casilla justo delante de él es la clave: una pieza instalada ahí lo bloquea, y el caballo suele ser el mejor bloqueador.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peón pasado</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Para el bando que tiene el pasado, la regla es empujarlo con apoyo: un pasado que avanza solo se pierde, uno apoyado por el rey o las torres avanza hasta coronar. Las torres van detrás de los peones pasados, tanto los propios como los del rival. El error típico es dejar el pasado sin moverlo por miedo a perderlo, o empujarlo demasiado pronto, sin apoyo, hasta una casilla donde cae. El momento justo lo decide el apoyo.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Revisa tres partidas tuyas en las que hubo un peón pasado. Anota quién lo tenía, si estuvo bloqueado y dónde se colocaron las torres. Compara con la regla de poner la torre detrás.</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70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