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La cabeza en la partida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materialismo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Contar peones no es evaluar una posición. Agarrar todo lo que se ofrece, y no entregar nunca nada, cuesta partidas.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materialismo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materialismo es una forma de pensar que mide todo en peones: si gano material, la jugada es buena; si lo pierdo, es mala. Funciona en muchas posiciones, porque el material importa. Pero lleva a dos errores muy concretos: aceptar cualquier peón que se ofrece aunque la posición se derrumbe, y no entregar nunca material aunque la entrega gane.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materialismo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peón agarrado con la dama mientras las demás piezas siguen en casa puede costar la partida: el rival gana tiempos, abre líneas y ataca a un rey que todavía no enrocó. Y al revés: un sacrificio de calidad que deja una pieza dominante, o un peón entregado para abrir una columna hacia el rey, valen muchas veces más que el material que cuestan.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materialismo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corrección es evaluar después de contar: ¿qué pasa con mis piezas y con mi rey si agarro esto?, ¿qué gano en actividad si entrego aquello? Si la respuesta es más fuerte que la diferencia de material, manda la posición.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Busca en tus partidas un peón que agarraste y que te costó la iniciativa, y un sacrificio que no hiciste. Analízalos con el motor y anota cuánto valía cada cosa.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