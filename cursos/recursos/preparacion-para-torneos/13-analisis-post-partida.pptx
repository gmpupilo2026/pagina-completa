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13 del curso Preparación para Torneos. Qué revisar primero cuando termina la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Análisis y mejora continua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post-partida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revisar primero cuando termina la partida.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post-partida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cualquier motor, analiza la partida tú mismo: identifica el momento donde crees que se decidió el resultado y qué alternativa tenías en ese punto.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después de este análisis propio, usa el motor para confirmar o corregir tu diagnóstico.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tu última partida sin motor durante 15 minutos antes de revisarla con uno.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post-partida — Preparación para Torneos</dc:title>
  <dc:subject>Análisis post-partida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