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táctica que sostiene el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clavada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pieza que no se puede mover sin dejar algo peor detrás está paralizada. La clavada se aprovecha atacándola más.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clavada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clavada es un ataque a una pieza que tiene detrás otra más valiosa, o al rey. Si es al rey, la pieza clavada no se puede mover; si es a otra pieza, moverla cuesta material. En los dos casos queda paralizada, y una pieza paralizada no defiende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clavada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para aprovecharla es atacar la pieza clavada con más fuerzas: un peón que la ataca, otra pieza que se suma. Como no puede escapar, el rival tiene que defenderla, y eso le cuesta tiempo y piezas. Muchas veces la clavada se gana con un simple avance de peón.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clavada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el que está clavado tiene que preguntarse cuanto antes cómo salir: quitar la pieza de atrás, interponer otra o contraatacar. Una clavada que dura muchas jugadas casi siempre termina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partidas, cada vez que una pieza quede clavada, anota cuántas jugadas duró la clavada y quién la aprovechó.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