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10 del curso Aperturas y Defensas. Control del centro a distancia desde el flanco de dama.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Aperturas semiabiertas y de flanco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Inglesa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centro a distancia desde el flanco de dama.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Apertura Inglesa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1.c4 controla d5 sin ocupar el centro con un peón central.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apertura muy flexible que puede transponer a estructuras de Gambito de Dama, India de Rey o incluso Siciliana con colores invertidos, según cómo respondan las negras.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 a qué otra apertura del temario transpone 1.c4 e5 2.Cc3 Cf6.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Apertura Inglesa — Aperturas y Defensas</dc:title>
  <dc:subject>Apertura Inglesa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