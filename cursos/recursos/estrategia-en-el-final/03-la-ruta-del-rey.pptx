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ESTRATEGIA EN EL FINAL</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El rey</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 ruta del rey</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Dos caminos que tardan lo mismo no valen lo mismo: el rey puede amenazar dos cosas mientras camina.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ruta del rey</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el tablero, ir de e1 a e5 en línea recta tarda cuatro jugadas — pero ir en zigzag por d2, c3, d4 también tarda cuatro. Esa geometría rara del rey es la base del estudio más famoso de todos, el de Réti: el rey parece llegar tarde a los dos lados y llega a tiempo a los dos, porque cada paso sirve para las dos cosas a la vez.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ruta del rey</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la partida se traduce en una pregunta concreta: de todos los caminos que tardan lo mismo, ¿cuál pasa cerca de algo que también me interesa? Un rey que va a frenar un peón puede elegir la ruta que de paso ataca otro peón, o la que le quita una casilla al rey rival.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ruta del rey</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Al revés vale igual: cuando calcules la ruta del rival, no cuentes solo las jugadas. Fíjate si su camino le sirve para dos cosas. Ahí es donde se pierden los finales que parecían ganados por un tiempo de ventaja.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Pon en el tablero el estudio de Réti (rey blanco en h8, peón blanco en c6; rey negro en a6, peón negro en h5) y encuentra el camino de tablas. Después explica con tus palabras por qué funciona.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Estrategia en el final · Lección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