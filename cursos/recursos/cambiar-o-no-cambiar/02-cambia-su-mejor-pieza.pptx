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bases del cambio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Cambia su mejor pieza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Si una pieza del rival hace mucho más que las demás, el cambio que más te conviene suele ser justo ese: sacarla del tablero.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 su mejor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casi todas las posiciones hay una pieza que sostiene el juego de un bando: el alfil de la gran diagonal, el caballo instalado en una casilla fuerte, la torre en la única columna abierta. Si la cambias, lo que queda del rival suele ser bastante más fácil de enfrentar, aunque el cambio sea parejo en puntos.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 su mejor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encontrarla, recorre las piezas del rival y pregúntate de cada una: «si desapareciera, ¿qué perdería?». La que más le haría falta es tu objetivo. A veces se cambia por una pieza tuya que no hace nada; otras veces vale la pena dar una pieza buena.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 su mejor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la partida de ejemplo, Rubinstein ofrece cambiar el alfil blanco de b2, que dominaba la gran diagonal. Después del cambio la casilla c3 queda débil, y con los cambios siguientes las negras llegan a un final donde los peones doblados de las blancas deciden.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una partida tuya reciente y, en tres momentos del medio juego, marca cuál era la mejor pieza del rival. ¿Intentaste cambiarla alguna vez?</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