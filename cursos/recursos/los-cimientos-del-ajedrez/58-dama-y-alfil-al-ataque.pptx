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Dama y alfil al ataque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Dama y alfil en la misma diagonal forman una batería que apunta al rey. Aprende a armarla y a reconocer sus mates.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y alfil al ataque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la dama y el alfil se colocan uno detrás del otro en la misma diagonal forman una batería: la pieza de delante ataca una casilla y la de atrás la defiende. Contra el enroque, una batería apuntando a h7 o a g7, o a h2 y g2 desde el lado negro, amenaza un mate inmediato que obliga al rival a responder. Es uno de los ataques más comunes en las partidas de club, y también uno de los que más se pasan por alto al defender.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y alfil al ataque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Fíjate en las diagonales b1-h7 y a1-h8, y en sus simétricas del lado negro. Si tu alfil ya apunta a h7 y tu dama puede llegar a la misma diagonal, la amenaza está a una jugada. Las señales de debilidad del rival son la falta de un caballo en f6 o en f3, que es el gran defensor de h7 o h2, y un peón de g que avanzó y dejó la diagonal larga sin tapar.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y alfil al ataque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batería suele necesitar que antes se elimine o se desvíe al defensor, a veces con un cambio o un sacrificio. El orden importa: si la dama va delante, la amenaza es inmediata pero la dama queda expuesta; si va el alfil delante, la batería es más sólida. El error típico del defensor es avanzar un peón para tapar la diagonal sin ver que deja otra casilla débil. Cuando te defiendas, cubre la casilla atacada con una pieza.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cada vez que tuviste o sufriste una batería de dama y alfil. Anota qué pieza defendía la casilla atacada y si alguien intentó eliminarla.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