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9</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ÁRBITRO NACIONAL</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5 · Conducta y los deberes de quien arbitra (art. 11-12)</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Dispositivos electrónicos, ayuda externa y la escala de sanciones</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El artículo 11 y el criterio de proporcionalidad del 12.9: de la advertencia a la pérdida de la partida.</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Dispositivos electrónicos, ayuda externa y la escala de sanciones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artículo 11.3.2 es de tolerancia cero, y eso hay que decirlo sin matices: si es evidente que un jugador TIENE un dispositivo electrónico no autorizado encima, en la zona de juego, pierde la partida — no hace falta probar que lo usó, ni que estuviera encendido. Un celular apagado en el bolsillo pierde la partida igual que uno sonando. El reglamento de un torneo puede prever una sanción menos severa (pensado para el ajedrez de base), pero tiene que estar escrita y anunciada antes, no improvisada en la mesa.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Dispositivos electrónicos, ayuda externa y la escala de sanciones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artículo 12.9 organiza las sanciones en una escala, de menor a mayor: advertencia, pérdida de tiempo en el reloj, aumento del tiempo del rival, reducción del tiempo del infractor, pérdida de la partida o expulsión del torneo. La decisión de en qué escalón empezar no es libre: tiene que ser proporcional a la falta, y el reglamento espera que quien arbitra explique por qué eligió esa sanción y no otra.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Dispositivos electrónicos, ayuda externa y la escala de sanciones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Molestar o distraer al rival deliberadamente (art. 11.5) incluye reclamos infundados repetidos a propósito, así que el mismo artículo que protege contra las molestias también cubre el abuso de los reclamos que se vieron en el bloque anterior — el reglamento se piensa como un conjunto, no artículo por artículo aislado.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Dispositivos electrónicos, ayuda externa y la escala de sanciones</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árbitro puede aplicar sanciones por iniciativa propia (art. 12.9), sin esperar un reclamo de ningún jugador: si observa una falta, actúa. Es una diferencia de fondo con los reclamos de tablas o de tiempo, que dependen de que un jugador los presente.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Redactar tres situaciones de conducta (un celular apagado que se encuentra en el bolsillo de un jugador, un jugador que consulta su reloj de pulsera con notas escritas, y un reclamo de jugada ilegal presentado tres veces en la misma ronda sin fundamento) y decidir, para cada una, si corresponde la pérdida automática del artículo 11.3.2.2 o un escalón discrecional del artículo 12.9 — y en ese segundo caso, cuál y por qué.</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Árbitro Nacional · Lección 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