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IDEAS QUE GANAN PARTIDAS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4 · Los peones deciden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Los últimos metros hasta coronar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Coronar casi nunca es empujar y ya: hay que quitar del camino la pieza que vigila la casilla de coronación.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Los últimos metros hasta coronar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Cuando un peón llega a la séptima fila, todo se concentra en una casilla: la de coronación. El defensor la vigila con lo que puede —una torre detrás, un alfil en la diagonal, el rey al lado— y el atacante tiene que sacar a ese vigilante del camino. Ahí aparecen las desviaciones, las interferencias y los sacrificios que solo se entienden pensando en esa casilla.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Los últimos metros hasta coronar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 técnica pide mirar la casilla de coronación como si fuera el rey: ¿quién la defiende?, ¿puedo cambiarlo, desviarlo, cortarle la línea? Muchas veces se entrega una pieza entera solo para que el peón llegue un tiempo antes.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Los últimos metros hasta coronar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Y no olvides la coronación en otra pieza: a veces la dama ahoga al rey o se pierde, y un caballo con jaque es lo que gana.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Resuelve diez ejercicios de coronación y, en cada uno, antes de mover, escribe qué pieza rival vigila la casilla de coronación y cómo se la puede quitar.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Ideas que ganan partidas · Lección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