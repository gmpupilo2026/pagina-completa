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8</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ÁRBITRO NACIONAL</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4 · Planilla y tablas: reclamos que hay que probar (art. 8-9)</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Reclamos de tablas: triple repetición y la regla de las 50 jugadas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El artículo 9.2 y 9.3, paso a paso: qué hay que probar, cuándo se reclama y qué pasa si el reclamo falla.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Reclamos de tablas: triple repetición y la regla de las 50 jugadas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reclamo de triple repetición (art. 9.2) no exige que las tres repeticiones sean consecutivas, solo que la MISMA posición se dé tres veces con el mismo jugador en turno de mover y las mismas jugadas disponibles para ambos (incluido el derecho a enrocar o a capturar al paso, si corresponde). Un jugador puede reclamar ANTES de hacer la jugada que produciría la tercera repetición (anotándola en la planilla) o DESPUÉS de haberla hecho.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Reclamos de tablas: triple repetición y la regla de las 50 jugadas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regla de las 50 jugadas (art. 9.3) se reclama cuando pasaron 50 jugadas de cada bando sin que se moviera un peón ni se capturara ninguna pieza — se cuenta en jugadas completas de ambos, no en "jugadas" sueltas. Igual que la repetición, se puede reclamar antes o después de la jugada 50.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Reclamos de tablas: triple repetición y la regla de las 50 jugadas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procedimiento del artículo 9.2/9.3 es el mismo en los dos casos: el jugador detiene los relojes, avisa a quien arbitra y muestra en la planilla las jugadas que prueban el reclamo. Si el reclamo es correcto, la partida termina en tablas ahí mismo; si es incorrecto, el reglamento agrega tiempo al reloj del rival del reclamante (típicamente dos minutos), como desincentivo a reclamar sin haber contado bien.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Reclamos de tablas: triple repetición y la regla de las 50 jugadas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Desde 2023 existen además las reglas automáticas de 75 jugadas sin captura ni movimiento de peón y de quíntuple repetición (art. 9.6): ahí la partida es tablas automáticamente, sin que nadie tenga que reclamar ni probar nada — es la red de seguridad para cuando ningún jugador reclamó a tiempo.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Con la notación completa de una partida de 90 jugadas armada a propósito (con una posición que se repite en las jugadas 34, 58 y 71, y con las jugadas 40 a 91 sin capturas ni movimiento de peón), decidir en qué jugada exacta un jugador pudo reclamar tablas por primera vez, por qué artículo, y qué pasa si nadie reclamó hasta la jugada 91.</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Árbitro Nacional · Lección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