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Lección 2 del curso Aperturas y Defensas. La respuesta más popular y combativa contra 1.e4.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33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 INTEGRAL  ·  APERTURAS Y DEFENSAS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Aperturas de peón rey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Defensa Siciliana: variante Najdorf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más popular y combativa contra 1.e4.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ajedrez-integral.com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E9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CLAVE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Defensa Siciliana: variante Najdorf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297680"/>
          </a:xfrm>
          <a:prstGeom prst="rect">
            <a:avLst>
              <a:gd name="adj" fmla="val 255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1.e4 c5 2.Nf3 d6 3.d4 cxd4 4.Nxd4 Nf6 5.Nc3 a6 es la Najdorf: negras retrasan el desarrollo de piezas menores para jugar ...a6 (evita Bb5+ o Nb5) y luego busca contrajuego en el flanco de dama con ...b5 mientras blancas ataca en el flanco de rey.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apertura de doble filo: ambos bandos atacan en flancos opuestos, y quien sea más rápido suele ganar.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recomienda para quien prefiera partidas tranquilas.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PRACTICAR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analiza 3 partidas magistrales con esta variante y anota en qué jugada empieza la carrera de ataques.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Aperturas y Defensas · Lección 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Ajedrez Integral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Defensa Siciliana: variante Najdorf — Aperturas y Defensas</dc:title>
  <dc:subject>Defensa Siciliana: variante Najdorf</dc:subject>
  <dc:creator>Ajedrez Integral</dc:creator>
  <cp:lastModifiedBy>Ajedrez Integral</cp:lastModifiedBy>
  <cp:revision>1</cp:revision>
  <dcterms:created xsi:type="dcterms:W3CDTF">2026-09-10T06:21:03Z</dcterms:created>
  <dcterms:modified xsi:type="dcterms:W3CDTF">2026-09-10T06:21:03Z</dcterms:modified>
</cp:coreProperties>
</file>