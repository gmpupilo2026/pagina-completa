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3 del curso Fundamentos del Ajedrez. Completa el movimiento de todas las piezas del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FUNDAMENTOS DEL AJEDREZ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Reglas básicas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de las piezas: torre, dama, rey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el movimiento de todas las piezas del tablero.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de las piezas: torre, dama, rey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torre se mueve en línea recta, horizontal o vertical, cualquier número de casillas libres.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dama combina el movimiento de la torre y el alfil: en línea recta y en diagonal, cualquier distancia.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pieza más poderosa del tablero.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rey se mueve una sola casilla en cualquier dirección, pero nunca puede moverse a una casilla atacada por una pieza rival: eso sería jugar en jaque, y está prohibido.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solo torre y rey, intenta capturar un peón rival en una posición sencilla.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del Ajedrez · Lección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Movimiento de las piezas: torre, dama, rey — Fundamentos del Ajedrez</dc:title>
  <dc:subject>Movimiento de las piezas: torre, dama, rey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