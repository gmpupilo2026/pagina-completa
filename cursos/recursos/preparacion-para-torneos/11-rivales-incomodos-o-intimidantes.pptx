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11 del curso Preparación para Torneos. Cómo mantener la concentración pase lo que pase en el tablero de al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Psicología y hábitos de competencia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Rivales incómodos o intimidantes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mantener la concentración pase lo que pase en el tablero de al lado.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Rivales incómodos o intimidantes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partida que importa es la tuya.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de un rival (jugar rápido para presionarte, gestos, comentarios) no cambia la evaluación real de la posición: sigue evaluando el tablero por sus propios méritos, no por la actitud del rival.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próxima vez que un rival intente presionarte psicológicamente, dedica una jugada extra a confirmar la posición con calma antes de responder.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Rivales incómodos o intimidantes — Preparación para Torneos</dc:title>
  <dc:subject>Rivales incómodos o intimidantes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