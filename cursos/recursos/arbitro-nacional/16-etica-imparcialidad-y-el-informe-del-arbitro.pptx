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ÁRBITRO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8 · El oficio del árbitro: títulos, deberes y formación continua (B.06)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Ética, imparcialidad y el informe del árbitro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 que sostiene la autoridad de quien arbitra cuando nadie está mirando: conflictos de interés, informes y formación continua.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Ética, imparcialidad y el informe del árbitro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Código de Ética de la FIDE espera de quien arbitra imparcialidad, honestidad y transparencia en cada decisión; un conflicto de interés no reconocido (dirigir la partida de un alumno propio, de un familiar, o de alguien con quien se tiene una relación económica) compromete esa imparcialidad aunque la decisión en sí haya sido correcta — lo que se protege es la confianza, no solo el resultado.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Ética, imparcialidad y el informe del árbitro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informe del torneo (con las incidencias, sanciones aplicadas y resultados finales) es parte del trabajo de quien arbitra, no un trámite aparte: sin ese informe, un torneo no se puede validar para rating ante la federación o la FIDE, por bien arbitrado que haya estado en la sala.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Ética, imparcialidad y el informe del árbitro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formación de quien arbitra no termina con el título: el reglamento cambia (la sanción por jugada ilegal en rápidas bajó de dos minutos a uno en 2023, y no es la primera vez que se ajusta algo así), y un árbitro con el título vigente pero con el reglamento de hace diez años en la cabeza toma decisiones equivocadas con total seguridad de estar en lo correcto — que es el peor tipo de error, porque nadie lo cuestiona a tiempo.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Ética, imparcialidad y el informe del árbitro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Volver a leer las Leyes completas cada cierto tiempo, seguir los comunicados de la federación y de la FIDE sobre cambios de reglamento, y comparar criterios con otros árbitros después de un torneo son las tres prácticas que sostienen el oficio más allá del examen — el examen mide un punto de partida, no un techo.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Escribir el informe completo de un torneo escolar ficticio de una jornada (categorías, cantidad de jugadores, sistema usado, al menos dos incidencias resueltas con su artículo citado, y el resultado final), en el formato que se esperaría entregar a la federación.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Árbitro Nacional · Lección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