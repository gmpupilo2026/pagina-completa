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9 del curso Aperturas y Defensas. De la clásica a las líneas que se juegan hoy en torneos.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Aperturas semiabiertas y de flanco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 Italiana y variantes modernas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clásica a las líneas que se juegan hoy en torneos.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 Italiana y variantes modernas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1.e4 e5 2.Cf3 Cc6 3.Ac4 apunta directamente a f7.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moderna "Giuoco Pianissimo" (3...Ac5 4.c3 Cf6 5.d3) prioriza una lucha posicional lenta, mientras variantes como el Ataque Fried Liver buscan un asalto táctico inmediato sobre f7.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juega la misma posición inicial 3 veces, probando un enfoque táctico y dos posicionales, y compara resultados.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Apertura Italiana y variantes modernas — Aperturas y Defensas</dc:title>
  <dc:subject>Apertura Italiana y variantes modernas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