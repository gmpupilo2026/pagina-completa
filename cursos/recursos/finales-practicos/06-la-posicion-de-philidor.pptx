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6 del curso Finales Prácticos. La defensa clave en finales de torre.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FINALES PRÁCTICOS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Finales de torre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posición de Philidor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defensa clave en finales de torre.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posición de Philidor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bando defensor mantiene su torre en la sexta fila para impedir que el rey rival avance, y solo se retira a dar jaques por detrás cuando el peón enemigo avanza a la séptima fila.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Dominar esta defensa salva innumerables finales que parecen perdidos.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 defender esta posición contra un peón en distintas columnas.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Finales Prácticos · Lección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posición de Philidor — Finales Prácticos</dc:title>
  <dc:subject>La posición de Philidor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