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9 del curso Preparación para Torneos. Manejo de la ansiedad antes y durante la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Psicología y hábitos de competencia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Psicología de la competencia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la ansiedad antes y durante la partida.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Psicología de la competencia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Cierto nivel de nervios antes de competir es normal e incluso útil (mejora la concentración); el problema es cuando la ansiedad interfiere con el cálculo.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simples de respiración antes de la partida y entre jugadas ayudan a mantener la mente clara en momentos de tensión.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tu próxima partida competitiva, dedica 2 minutos a respirar lento y profundo antes de sentarte al tablero.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Psicología de la competencia — Preparación para Torneos</dc:title>
  <dc:subject>Psicología de la competencia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