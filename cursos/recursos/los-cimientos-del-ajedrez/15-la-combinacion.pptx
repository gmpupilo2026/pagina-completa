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Las primeras herramientas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combinación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Una combinación es una serie de jugadas forzadas, casi siempre con un sacrificio, que consigue algo concreto. Aprende a ver cuándo aparece.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combinación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Una combinación junta varias ideas tácticas en una secuencia forzada. Suele empezar con un sacrificio: entregas material para desviar una pieza, abrir una línea o atraer al rey a una casilla mala, y después recuperas más de lo que diste o das mate. Lo que la distingue de un sacrificio especulativo es que todo está forzado: cada jugada del rival es obligada o todas sus alternativas pierden más rápido. Al final de la línea hay un resultado claro.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combinación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combinaciones no aparecen de la nada: necesitan motivos. Los más comunes son un rey con pocas casillas, piezas rivales sin defensa, una pieza que defiende dos cosas a la vez, dos piezas del rival en la misma línea o una última fila débil. Cuando veas dos o más de estos motivos juntos, detente: es muy probable que haya una combinación. La pregunta útil es «si esta pieza del rival no estuviera aquí, ¿qué pasaría?».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combinación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calcularla, sigue las jugadas forzadas hasta el final y evalúa con calma la posición que queda. El error típico es entusiasmarse con la primera jugada, el sacrificio, y no ver una defensa intermedia del rival, como un jaque o una captura con amenaza. El error contrario es descartar un sacrificio solo porque entrega material. Si la línea es forzada y al final ganas, el material que entregaste no importa.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Cuando veas en una partida dos motivos tácticos a la vez, como una pieza sin defensa y un rey encerrado, anótalo y busca durante dos minutos una secuencia forzada que los aproveche.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