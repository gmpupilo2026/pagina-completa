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Sistema suizo y todos contra todos (round robin): cómo funcionan y cuándo usar cada uno.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Sistema suizo: principios, conformación de rondas y criterios de emparejamiento.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Sistema todos contra todos (round robin): calendarización y control de resultados.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Criterios para seleccionar el sistema según cantidad de participantes, tiempo disponible y objetivo del torneo.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CONSTRUCCIÓN DE UN CUADRO DE EMPAREJAMIENTO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una lista de 12 jugadores ficticios, cada participante construye la primera ronda bajo sistema suizo y, luego, la calendarización equivalente en round robin.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