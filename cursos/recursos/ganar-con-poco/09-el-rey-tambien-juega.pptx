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9</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GANAR CON POCO</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2 · Piezas buenas y piezas malas</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El rey también juega</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En el final, el rey deja de esconderse y pasa a ser una pieza fuerte: el que llega primero al centro suele ganar.</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El rey también juega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Durante el medio juego el rey se protege, porque cualquier ataque lo puede alcanzar. Pero cuando las damas se cambian y quedan pocas piezas, el peligro desaparece y el rey se transforma: vale más o menos lo mismo que una pieza menor, y es la única que puede ir al frente a pelear con los peones rivales sin miedo a que la cambien.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El rey también juega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Por eso, en la transición al final, una de las ventajas pequeñas más importantes es tener el rey más cerca del centro. Un rey en e3 contra uno en g8 es casi un peón de diferencia: llega antes a apoyar un peón pasado, a frenar el rival o a comerse los peones que quedaron atrás.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El rey también juega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 costumbre que hay que crear es simple: apenas se cambian las damas, pregúntate dónde quiere estar tu rey y empieza a caminar. Muchos finales parejos se pierden porque uno de los dos movió peones mientras el otro activaba su rey.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Busca en tus partidas los momentos en que se cambiaron las damas. Cuenta cuántas jugadas tardaste en mover tu rey hacia el centro, y cuántas tardó tu rival. ¿Ganó el más rápido?</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Ganar con poco · Lección 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