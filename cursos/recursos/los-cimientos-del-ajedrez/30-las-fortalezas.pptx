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30</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Del patrón al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Las fortalezas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A veces el bando con menos material arma una posición que el otro no puede romper. Aprende a reconocer una fortaleza para salvar finales y para no regalar los ganados.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fortalezas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Una fortaleza es una posición en la que el bando con menos material no deja entrar al rival, por más que este tenga piezas de sobra. El ejemplo más conocido es el del alfil y el peón de torre: si el alfil no controla la casilla de coronación y el rey defensor llega a esa esquina, es tablas, aunque haya un alfil y un peón de ventaja. Lo mismo pasa con cadenas de peones bloqueadas que el rey rival no puede cruzar, o con alfiles de distinto color en que tu alfil frena a los peones pasados.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fortalezas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señales de una fortaleza: el rey del bando fuerte no tiene por dónde entrar, sus peones están bloqueados o no pueden avanzar sin perderse, y las casillas de entrada están cubiertas por tus peones o por tu pieza. Pregúntate qué haría el rival si tuviera diez jugadas seguidas: si ni así rompe, es fortaleza. Cuando estás peor, esa es la pregunta que te salva: no se trata de resistir jugada a jugada, sino de buscar una posición donde ya no te puedan hacer nada.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fortalezas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Como defensor, a veces conviene devolver material para llegar a la fortaleza: cambiar la pieza que te queda por los peones correctos, o llevar el rey a la esquina buena antes que nada. El error típico del defensor es mover un peón que no hacía falta y abrir una entrada. Y el del atacante es cambiar piezas hacia un final que parece ganado y no lo es: antes de simplificar, comprueba que el rey rival no puede encerrarse en su rincón.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Arma en el tablero rey, alfil y peón de torre contra rey, con el alfil del color que no controla la casilla de coronación. Prueba con un compañero desde varias posiciones si el rey defensor llega a la esquina.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