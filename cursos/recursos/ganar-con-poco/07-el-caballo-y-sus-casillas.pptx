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GANAR CON POCO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2 · Piezas buenas y piezas malas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El caballo y sus casillas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El caballo necesita puntos de apoyo; con ellos vale más que un alfil, sin ellos vale menos.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caballo y sus casillas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caballo es la pieza más lenta del tablero: para cruzarlo de un lado a otro necesita cuatro o cinco saltos. Por eso vale más en posiciones cerradas y con peones en un solo flanco, y menos en posiciones abiertas con peones en los dos flancos, donde un alfil llega a todas partes en una jugada.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caballo y sus casillas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Lo que hace fuerte a un caballo es un punto de apoyo: una casilla avanzada, defendida por un peón propio, de la que ningún peón rival lo puede echar. Un caballo en esa casilla controla todo a su alrededor y obliga al rival a vigilarlo con sus piezas. Encontrar esa casilla y llevar el caballo hasta ahí es un plan completo.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caballo y sus casillas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En los finales de caballos se juega casi como en los de peones: cuenta tiempos. El caballo no puede perder un tiempo como el rey o la torre, y eso decide más de un zugzwang. Antes de mover, cuenta cuántos saltos necesita cada caballo para llegar a donde importa.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En tus partidas con caballos, busca la mejor casilla para cada uno: avanzada, defendida por un peón y sin peones rivales que la ataquen. ¿Llegó alguno a esa casilla?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Ganar con poco · Lección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