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Lección 10 del curso Fundamentos del Ajedrez. El jaque pastor y cómo defenderte de él.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33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>
              <a:alpha val="7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AJEDREZ INTEGRAL  ·  FUNDAMENTOS DEL AJEDREZ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Primeros principios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Errores comunes de apertura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jaque pastor y cómo defenderte de él.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7D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ajedrez-integral.com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DE9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 CLAVE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Errores comunes de apertura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064240" cy="4297680"/>
          </a:xfrm>
          <a:prstGeom prst="rect">
            <a:avLst>
              <a:gd name="adj" fmla="val 2553"/>
            </a:avLst>
          </a:prstGeom>
          <a:solidFill>
            <a:srgbClr val="F0F4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"jaque pastor" (1.e4 e5 2.Bc4 Nc6 3.Qh5) amenaza mate en f7 aprovechando que esa casilla solo la defiende el rey.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defiende fácilmente desarrollando una pieza que controle f7 o ataque a la dama, como 3...g6 o 3...Nf6.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Otros errores frecuentes: mover la dama demasiado pronto (se convierte en blanco de ataques con ganancia de tiempo), descuidar el desarrollo por ganar un peón dudoso, y olvidar enrocar mientras se persiguen amenazas menores.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02A43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>
              <a:alpha val="8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PRACTICAR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juega 3 partidas contra un amigo o el motor del sitio evitando conscientemente estos tres errores.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del Ajedrez · Lección 10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Ajedrez Integral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Errores comunes de apertura — Fundamentos del Ajedrez</dc:title>
  <dc:subject>Errores comunes de apertura</dc:subject>
  <dc:creator>Ajedrez Integral</dc:creator>
  <cp:lastModifiedBy>Ajedrez Integral</cp:lastModifiedBy>
  <cp:revision>1</cp:revision>
  <dcterms:created xsi:type="dcterms:W3CDTF">2026-09-10T06:21:03Z</dcterms:created>
  <dcterms:modified xsi:type="dcterms:W3CDTF">2026-09-10T06:21:03Z</dcterms:modified>
</cp:coreProperties>
</file>