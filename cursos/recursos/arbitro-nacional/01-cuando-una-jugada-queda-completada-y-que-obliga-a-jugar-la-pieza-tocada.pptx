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ÁRBITRO NACIONAL</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Leyes del Ajedrez: la partida y el acto de mover (art. 1-5)</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Cuándo una jugada queda completada, y qué obliga a jugar la pieza tocada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Los artículos 3 y 4 palabra por palabra: qué hace legal una jugada y cuándo el jugador queda obligado a moverla o capturarla.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Cuándo una jugada queda completada, y qué obliga a jugar la pieza tocada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artículo 3 define cada movimiento pieza por pieza: qué casillas puede ocupar un alfil, por qué el caballo "salta" y qué significa que la torre y el rey participen del enroque como una sola jugada compuesta. Antes de discutir un reclamo, quien arbitra tiene que poder decir de memoria si una jugada concreta era legal, no "parecía razonable".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Cuándo una jugada queda completada, y qué obliga a jugar la pieza tocada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Hay dos momentos que no son el mismo, y confundirlos es el error más común. La jugada queda HECHA cuando la mano suelta la pieza en su casilla de destino (art. 4.7): a partir de ahí no se puede mover a otra casilla. Pero queda COMPLETADA recién al presionar el reloj (art. 6.2.1) — y hasta ese momento, aunque ya haya soltado la pieza, el jugador todavía puede corregirla y jugar otra cosa (respetando la pieza tocada), porque una jugada no se puede declarar ilegal hasta que el reloj quedó presionado (art. 7.5.1).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Cuándo una jugada queda completada, y qué obliga a jugar la pieza tocada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"Pieza tocada, pieza jugada" (art. 4.3) obliga a mover la primera pieza propia que se toca, si tiene alguna jugada legal; tocar una pieza del rival con intención de capturarla obliga a capturarla si es legal. La excepción es "compongo" (j'adoube, art. 4.2): solo vale si se avisa ANTES de tocar la pieza, y solo en el propio turno — avisarlo después de tocarla no deshace la obligación.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Cuándo una jugada queda completada, y qué obliga a jugar la pieza tocada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Cuando se tocan varias piezas a la vez (una propia y una del rival, o dos propias en un enroque dudoso), el orden en que se decide cuál obligación se aplica está en el propio artículo 4: se resuelve por la primera pieza tocada con intención de moverla, y quien arbitra tiene que poder reconstruir esa secuencia preguntando, no adivinando.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Redactar, con las palabras exactas del reglamento (no un resumen), la diferencia entre "jugada completada" y "pieza tocada, pieza jugada", y armar tres situaciones de mesa donde un jugador reclame que su jugada no cuenta — dos donde el reclamo prospera y una donde no, justificando cada una con el artículo.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Árbitro Nacional · Lección 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