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4: Piezas menores con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15
Alfiles de distinto color (I): peones ligados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41 a 46 · 11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Valorar los peones ligados contra alfil de distinto color: la sexta fila, la quinta, el cajón, los peones separados por una columna y el método ganador.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 alfiles de distinto color no cuentan los peones sino las casillas: si el alfil defensor controla dos peones en una diagonal, es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41 · Peones ligados en la sexta fila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42 · Peones en la quinta fila o más atrás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43 · Una pareja de peones muy especial. El cajón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44 · Peones separados por una columna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45 · Peones controlados en una misma diagonal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46 ·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41 · Peones ligados en la sexta 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peones ligados en sexta normalmente se gana: jaque de alfil para obligar al rey a elegir lado y rodeo del rey por el lado contrario. Única excepción: peones de torre y caballo contra el alfil en la gran diagonal.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Nunca avanzar un peón a una casilla del color del alfil rival si con eso quedan los dos bloqueados: ese bloqueo no se rompe.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Plan: 1) jaque con el alfil para que el rey rival se defina; 2) el rey fuerte rodea por el lado contrario y apoya el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peones ligados en sexta ganan siempre, salvo peones de torre y caballo contra un alfil en la gran diagonal.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rodeo por el lado contrario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1...Rd8 2.Rf5 Ac5 3.Rg6 Ab4 4.Rf7 Ac5 5.e7+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el jaque Ab5+, el rey negro elige lado y el blanco rodea por el otro. Si 1...Rf8, el rey blanco va por d5-c6-d7.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alfil por delante: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1.Ab5+ Rf8 2.Rf5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4461"/>
            <a:ext cx="5486400" cy="34120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alfil defensor por delante, la posición parece sólida, pero tras 2.Rf5 el negro está en zugzwang: una de sus piezas tiene que soltar e7.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41 · Peones ligados en la sexta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excepción: peones de torre y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1...Rf8 2.Re6 Ab2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1...Rf8! porque el rey blanco no puede rodear por el otro lado (la banda). 1...Rh8?? 2.Re6 Ab2 3.Rf7 y ganan.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42 · Peones en la quinta fila o más atrás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en quinta o más atrás, el bando débil hace tablas si logra la posición defensiva correcta: rey enfrente de los peones y alfil en la diagonal que frena a uno y ataca al otro.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ganador contra la defensa incorrecta: jaque de alfil por el lado que controle las dos casillas de delante de los peones, y rodeo del rey.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Sistema defensivo: rey frente a los peones; alfil que controla la casilla de avance de un peón y ataca al otro (contra e5/f5: alfil en c8 o d7).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los peones más atrás hay más ocasiones de montar la defensa, pero a veces sólo una jugada lo consigue.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método ganador contra la diagonal mala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1.Ag5+ Rd7 2.Rf4 Aa2 3.Ah4 Af7 4.Rg5 Re7 5.Rh6 Rd7 6.Rg7 Ad5 7.Rf6 Ab3 8.e6+ Re8 9.Re5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88781"/>
            <a:ext cx="5486400" cy="31376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1.Ag5+! y no 1.Ab4+?! Rf7! 2.Rd4? Re6! con bloqueo. El jaque debe darse desde el lado que controla las dos casillas de avance; luego el rey rodea por la derecha hasta f6.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sistema defensivo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1.Ag5+ Rf7 2.Rf4 Ad7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30137"/>
            <a:ext cx="5486400" cy="33963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en c8 ataca f5 e impide e6. El rey mantiene el doble control de e6 y las blancas no progresan.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42 · Peones en la quinta fila o más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en cuarta: montar la defensa a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1...Ac4 2.Ag3+ Rc6 3.Rf4 Af7 4.Re5 Rd7 5.d5 Ag6 6.Rd4 Ah7 7.e5 Ag8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1...Ac4! es única: prepara el alfil para f7/g8 cuando los peones lleguen a quinta. 1...Ab5? 2.Ag3+! y el rey tapa a su alfil. 2...Rc6! impide d5 hasta que el alfil esté en f7.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43 · Una pareja de peones muy especial. El cajón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Los peones e-f (o c-d) en f4 y e5 dejan sin juego al alfil de la gran diagonal: forman un cajón. Con el rey defendiendo los peones, esta estructura gana siempre, sin importar quién mueva ni dónde estén los alfiles.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en f4 y e5 (o c4 y d5) contra el alfil de la gran diagonal: el alfil queda encerrado en un cajón y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bando débil debe alcanzar la defensa contra los peones en cuarta (rey en f6, alfil en d6-c7-b8); si le falta un tiempo, ya no hay salvación.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43 · Una pareja de peones muy especial. El cajón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blancas ganan con los peones en segunda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Af8 2.e4 Re7 3.Ac4 Ag7 4.e5 Ah6 5.Ab3 Ag7 6.Rg5 Ah8 7.Rg6 Rf8 8.Rh7 Ag7 9.Ac4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73106"/>
            <a:ext cx="5486400" cy="3153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llegan a la defensa contra los peones en quinta, pero los peones no avanzan: el alfil negro está encerrado y tras 9.Ac4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43 · Una pareja de peones muy especial. El cajón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cajón cerrado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Tremendamente gráfico: juegan las negras y el alfil no tiene escapatoria.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44 · Peones separados por una columna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Tres casos claros de tablas con peones separados. Primero: uno de los peones es el de torre malo (el rey va al rincón y el alfil se entrega por el otro). Segundo: peones separados por una sola columna, una vez que rey y alfil ocupan los bloqueos correctos.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malo: tablas si el rey defensor llega al rincón y el alfil se entrega por el otro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separados por una columna: siempre tablas con rey y alfil en las posiciones de bloqueo correctas. El rey espera y el alfil mueve controlando la casilla de avance apoyada por el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sacrificio c7/e7 sólo gana el alfil, no la partida (importante si hay más peones).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44 · Peones separados por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Bloqueo con una columna de separación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1.Ab3 Af4 2.Rb6 Ad6 3.Rb5 Ac7 4.Rc4 Ad6 5.Rd5 Ac7 6.Re4 Ad6 7.Rf5 Ac7 8.Rf6 Ad6 9.Rf7 Ab4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0538"/>
            <a:ext cx="5486400" cy="3125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negro siempre vigila la casilla de avance del peón que apoya el rey blanco; cuando hace falta cambia de diagonal.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45 · Peones controlados en una misma diagonal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Tercer caso de tablas: no importa la distancia entre los peones si el alfil los detiene en la misma diagonal y el rey apoya el bloqueo.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Alfil que frena a los dos peones en una misma diagonal, con el rey apoyando: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impide el paso del rey rival hacia el peón bloqueado por el alfil.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45 · Peones controlados en una misma diagonal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Averbach 1972: los dos peones en la misma diagonal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1.Rd5 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7029"/>
            <a:ext cx="5486400" cy="3439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1...Rf6! impide el paso del rey a e6. Si se intercambiaran el rey y el alfil negros, las blancas ganarían con f4 y Rf5.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46 · El método ganador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Fuera de los casos de tablas, cuanto más separados los peones, más se gana. El método: el alfil defiende los peones y el rey fuerte se interna para apoyar al peón que bloquea el alfil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Mientras el alfil defiende los peones, el rey fuerte penetra para apoyar el peón bloqueado por el alfil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Recursos defensivos: impedir el paso del rey o apoyar con el rey el bloqueo del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los dos peones de alfil (columnas c y f) se gana si no es el segundo caso de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46 · El método ganador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Romper el bloqueo ficticio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Ah4 2.Rd5 Ad8 3.Re6 Ah4 4.f5 Rd8 5.f6 Ag5 6.Rf5 Ah6 7.Rg6 Af8 8.Rf7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33917"/>
            <a:ext cx="5486400" cy="31925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pasa a e6 y apoya el avance del peón f. Si rey y alfil negros controlan f8, dejan libre al peón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Busca en cada diagrama la diagonal que controla los dos peones antes de mover.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15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