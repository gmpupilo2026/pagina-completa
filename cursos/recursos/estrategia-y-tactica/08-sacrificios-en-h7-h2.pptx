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Lección 8 del curso Estrategia y Táctica. El clásico ataque contra el enroque corto.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F33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>
              <a:alpha val="7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A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AJEDREZ INTEGRAL  ·  ESTRATEGIA Y TÁCTICA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 · Cálculo y combinaciones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Sacrificios en h7/h2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clásico ataque contra el enroque corto.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7D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ajedrez-integral.com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A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♟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DE9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CONCEPTO CLAVE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Sacrificios en h7/h2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11064240" cy="4297680"/>
          </a:xfrm>
          <a:prstGeom prst="rect">
            <a:avLst>
              <a:gd name="adj" fmla="val 2553"/>
            </a:avLst>
          </a:prstGeom>
          <a:solidFill>
            <a:srgbClr val="F0F4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sacrificio clásico Bxh7+ (o Bxh2+ para negras) seguido de Ng5+ y Qh5 es uno de los patrones de ataque más estudiados de la historia.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cuando el rey enrocado tiene pocas piezas defensoras cerca y el atacante puede sumar rápidamente dama y caballo al asalto.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02A43"/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>
              <a:alpha val="8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A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PRACTICAR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busca 3 partidas históricas donde se ejecutó este sacrificio y anota qué condiciones lo hicieron posible.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Estrategia y Táctica · Lección 8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Ajedrez Integral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Sacrificios en h7/h2 — Estrategia y Táctica</dc:title>
  <dc:subject>Sacrificios en h7/h2</dc:subject>
  <dc:creator>Ajedrez Integral</dc:creator>
  <cp:lastModifiedBy>Ajedrez Integral</cp:lastModifiedBy>
  <cp:revision>1</cp:revision>
  <dcterms:created xsi:type="dcterms:W3CDTF">2026-09-10T06:21:03Z</dcterms:created>
  <dcterms:modified xsi:type="dcterms:W3CDTF">2026-09-10T06:21:03Z</dcterms:modified>
</cp:coreProperties>
</file>