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30</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GANAR CON POCO</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7 · Las partidas del libro</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Sálov – Short: las casillas negras</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Valeri Sálov contra Nigel Short, Barcelona, 1989. Debilidades de un color.</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Sálov – Short: las casillas negras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En una Holandesa con la estructura «stonewall», las blancas cambian los alfiles de casillas negras y las casillas de ese color quedan débiles en el campo negro. Sálov pone sus caballos ahí, aprieta el peón de e6 con las torres y, como pasa siempre, las negras crean nuevas debilidades al tapar las que ya tenían. La partida termina con un final técnico de dama contra torre, que las blancas ganan sin apuro.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Sálov – Short: las casillas negras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Recórrela jugada a jugada en el tablero (Defensa Holandesa; ganan las blancas). En los momentos clave el visor te pide que encuentres la jugada antes de verla: todas están comprobadas con Stockfish, y en cada una la jugada de la partida es la mejor por al menos medio peón. Lo que hay que llevarse: Cuando se cambia el alfil que cuidaba un color, todas las casillas de ese color se vuelven débiles. Limitar las piezas del rival vale tanto como darles libertad a las propias. Al defender una debilidad suelen aparecer otras: el que defiende siempre llega tarde.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Si tu rival cambia su alfil bueno, busca las casillas de ese color para tus caballos. Aprende la técnica de dama contra torre: aparece más de lo que parece.</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Ganar con poco · Lección 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