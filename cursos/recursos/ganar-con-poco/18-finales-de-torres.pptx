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463040"/>
            <a:ext cx="4572000" cy="457200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937760"/>
            <a:ext cx="3840480" cy="384048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594360"/>
            <a:ext cx="1005840" cy="100584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94360"/>
            <a:ext cx="1005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0A1F33"/>
                </a:solidFill>
                <a:latin typeface="Calibri"/>
              </a:rPr>
              <a:t>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685800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0B429"/>
                </a:solidFill>
                <a:latin typeface="Calibri"/>
              </a:rPr>
              <a:t>AJEDREZ INTEGRAL  ·  GANAR CON POCO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09728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9FB3C8"/>
                </a:solidFill>
                <a:latin typeface="Calibri"/>
              </a:rPr>
              <a:t>Bloque 5 · La técnica en el final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517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mbria"/>
              </a:rPr>
              <a:t>Finales de torres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61772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ADCFC"/>
                </a:solidFill>
                <a:latin typeface="Calibri"/>
              </a:rPr>
              <a:t>Son los finales más frecuentes y los que más medios puntos regalan. Tres ideas resuelven la mayoría.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3093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27D98"/>
                </a:solidFill>
                <a:latin typeface="Calibri"/>
              </a:rPr>
              <a:t>ajedrez-integral.com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Finales de torres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Se dice que todos los finales de torres son tablas, y es una exageración con algo de verdad: la torre es tan activa que el bando con desventaja casi siempre encuentra recursos. Por eso ganarlos con un peón de más exige técnica, y por eso tantas partidas ganadas terminan en tablas por un descuido en el final de torres.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Finales de torres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Tres ideas resuelven la mayoría. Primero, la actividad: la torre que ataca vale más que la que defiende, y el rey propio tiene que acercarse a los peones. Segundo, la posición de la torre respecto de los peones pasados: detrás, no delante. Tercero, cortar al rey rival: una torre en una columna o fila que el rey rival no puede cruzar vale tanto como un peón.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Finales de torres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Además conviene saber de memoria dos posiciones básicas, la de Lucena (cómo se gana con torre y peón) y la de Philidor (cómo se defiende). No son teoría para expertos: aparecen en partidas de todos los niveles, y quien las sabe gana o salva puntos que otros pierden.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280160" y="-1463040"/>
            <a:ext cx="4114800" cy="4114800"/>
          </a:xfrm>
          <a:prstGeom prst="ellipse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175504" y="822960"/>
            <a:ext cx="1828800" cy="182880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175504" y="82296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A1F33"/>
                </a:solidFill>
                <a:latin typeface="Calibri"/>
              </a:rPr>
              <a:t>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8803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0B429"/>
                </a:solidFill>
                <a:latin typeface="Calibri"/>
              </a:rPr>
              <a:t>PARA PRACTICAR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38328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FFFFFF"/>
                </a:solidFill>
                <a:latin typeface="Cambria"/>
              </a:rPr>
              <a:t>Aprende las posiciones de Lucena y de Philidor hasta poder jugarlas contra la computadora sin equivocarte. Después revisa tus finales de torres y marca dónde aparecieron ideas de una o de otra.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FB3C8"/>
                </a:solidFill>
                <a:latin typeface="Calibri"/>
              </a:rPr>
              <a:t>Ganar con poco · Lección 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