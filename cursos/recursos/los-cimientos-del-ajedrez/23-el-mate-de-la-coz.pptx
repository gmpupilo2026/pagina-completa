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23</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primeras herramientas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mate de la coz</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caballo da mate a un rey rodeado por sus propias piezas, sin casillas de escape. Aprende el patrón y la entrega de dama que lo prepara.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mate de la coz</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mate de la coz es el que da un caballo a un rey que está encerrado por sus propias piezas o peones: el rey no puede moverse porque todo lo que lo rodea es suyo, y el jaque de caballo no se puede tapar. Es el único mate que el caballo da prácticamente solo. El ejemplo típico es el rey enrocado en la esquina, con sus peones delante y una torre al lado, que recibe el jaque de un caballo desde la casilla f7 o f2.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mate de la coz</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señal es un rey en la esquina o cerca de ella con todas sus casillas vecinas ocupadas por sus propias piezas, y un caballo tuyo cerca. A veces falta una sola casilla por tapar, y entonces aparece la idea clásica: un sacrificio de dama con jaque en la casilla vecina al rey, que el rival tiene que capturar con una torre. Esa torre tapa la última salida y el caballo da el mate.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mate de la coz</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Antes de ese sacrificio suelen venir jaques de caballo y dama que empujan al rey a la esquina. Lo importante es la idea: no hace falta atacar las casillas del rey si el rival las ocupa él mismo. El error típico del defensor es amontonar piezas alrededor de su rey creyendo que eso lo protege, cuando en realidad le quita el aire. Un rey con una casilla libre no recibe el mate de la coz.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Monta en el tablero un rey en la esquina rodeado por sus peones y una torre, con tu dama y tu caballo cerca, y busca el mate. Después cambia de lugar las piezas defensoras y comprueba cuándo deja de funcionar.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