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4</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Jugar con un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Un plan, no tres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Tres planes a medias valen menos que uno terminado. Las piezas tienen que trabajar juntas, hacia el mismo lado.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Un plan, no tres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Otro hábito que frena es cambiar de idea cada pocas jugadas: un avance en el flanco de dama, después una maniobra en el centro, después un intento de ataque al rey. Cada idea deja piezas en casillas que solo servían para ella, y al final ninguna de las tres llega a nada. El rival, en cambio, tuvo tiempo de reorganizarse.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Un plan, no tres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piezas rinden cuando colaboran. Una torre en la columna abierta vale más si el caballo controla la casilla de entrada; un ataque al rey funciona si llegan tres piezas, no si llega una por turno. Antes de abrir un segundo frente pregúntate si el primero ya se agotó o si solo te aburriste de él.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Un plan, no tres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Hay una excepción famosa: cuando un plan obliga al rival a defender un lado, abrir otro frente lejos puede ser decisivo. Pero eso es un plan con dos etapas, pensado desde el principio, no tres ideas sueltas. La diferencia es si el cambio de frente lo decides tú o te lo impone el aburrimiento.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Repasa una partida perdida y anota, jugada por jugada, en qué sector del tablero trabajaba cada una de tus jugadas (flanco de dama, centro, flanco de rey). Si el sector cambia más de tres veces sin un motivo forzado, tus planes están dispersos.</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