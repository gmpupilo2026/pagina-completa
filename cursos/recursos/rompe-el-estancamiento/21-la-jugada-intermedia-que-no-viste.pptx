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Cálculo y visualización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jugada intermedia que no viste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Entre dos jugadas «obligadas» casi siempre cabe otra. Buscarla, para ti y para el rival, es un hábito que se entrena.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jugada intermedia que no viste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jugada intermedia es una jugada que se intercala en medio de una secuencia que parecía obligada: en lugar de recapturar, un jaque; en lugar de retirar la pieza atacada, una amenaza mayor. Es uno de los recursos más fáciles de pasar por alto, porque el cerebro calcula las secuencias como bloques: «yo cambio, él recaptura».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jugada intermedia que no viste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Omitirlas cuesta por los dos lados. Por el tuyo, dejas pasar jugadas que ganaban material o mejoraban tu posición. Por el del rival, calculas una línea que crees forzada y él encuentra la intermedia que la desarma. En los dos casos el problema es el mismo: la secuencia no se revisó jugada por jugada.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jugada intermedia que no viste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hábito que lo corrige: en cada punto de una línea donde el rival «tiene que» hacer algo, pregúntate si tiene un jaque, una captura o una amenaza más fuerte. Y cuando tú tengas que recapturar, antes de hacerlo, mira si tienes algo mejor. La mayoría de las veces no lo hay; cuando lo hay, cambia la partida.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Resuelve diez ejercicios con el tema «jugada intermedia» en Entrenamiento. En cada uno, antes de buscar la solución, escribe cuál era la jugada «obvia» que había que dejar para después.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