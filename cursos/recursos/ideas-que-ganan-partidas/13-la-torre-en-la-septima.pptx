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su sitio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torre en la séptima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torre que llega a la séptima fila ataca los peones desde atrás y encierra al rey en la octava. Vale casi un peón.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en la séptima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séptima fila es donde están los peones del rival antes de moverse, y donde ninguna pieza menor los defiende bien. Una torre que llega ahí ataca varios peones a la vez, desde atrás, y además encierra al rey en su última fila. Por eso los entrenadores repiten que una torre en la séptima vale casi un peón.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en la séptima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llegar, la torre necesita una columna abierta. El camino habitual es ocupar la columna, doblar torres si hace falta y entrar cuando el rival ya no puede cubrir todas las casillas de entrada. Dos torres en la séptima suelen ser decisivas: atacan todo y amenazan mate.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torre en la séptima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defensor tiene que impedir la entrada o cambiar la torre que entra. Dejarla instalada esperando que no pase nada casi nunca funciona.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próximas partidas, marca cada vez que una torre (tuya o del rival) llegó a la séptima. Anota qué ganó o qué amenazó en las tres jugadas siguientes.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