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ataque a la descubierta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pieza se aparta y destapa el ataque de otra que estaba detrás. Si además la que se mueve amenaza algo, el rival no puede atender las dos cosas.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a la descubierta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un ataque a la descubierta hay dos piezas en línea: una de largo alcance detrás, que puede ser alfil, torre o dama, y otra delante que le tapa el camino. Cuando la pieza de delante se mueve, la de atrás queda atacando de golpe. La fuerza está en que la pieza que se mueve queda libre para hacer lo que quiera: capturar, amenazar otra pieza o dar jaque. El rival recibe dos ataques en una sola jugada y normalmente solo puede responder a uno.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a la descubierta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encontrarlo, mira las líneas que salen de tus piezas de largo alcance y fíjate si alguna pieza tuya las tapa. Si al otro lado de esa línea hay algo valioso del rival, como la dama, una torre o el rey, tienes una descubierta preparada. La forma más potente es el jaque a la descubierta: el rival está obligado a atender el jaque y la pieza que se movió captura lo que quiera en la jugada siguiente.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ataque a la descubierta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Al usarla, elige bien adónde va la pieza que se aparta. Lo ideal es que también ataque algo, o que dé jaque, o que capture con ganancia. Un error frecuente es destapar el ataque moviendo la pieza a cualquier lado, lo que le da al rival tiempo de defenderse con calma. Y cuando defiendas, desconfía de cualquier pieza rival que esté tapando una línea hacia tu dama o tu rey: es una descubierta a punto de dispararse.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partidas, antes de cada jugada, recorre las líneas de tus alfiles, torres y dama y mira si alguna pieza tuya las tapa. Si al otro lado hay algo del rival, busca la descubierta.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