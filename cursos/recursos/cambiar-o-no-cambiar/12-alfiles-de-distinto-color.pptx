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CAMBIAR O NO CAMBIAR</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Alfiles y caballos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Alfiles de distinto color</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Con alfiles de distinto color, el final tiende a las tablas y el medio juego favorece al que ataca. Todo depende de qué más quede en el tablero.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Alfiles de distinto color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Los alfiles de distinto color tienen fama de tablas, y es merecida en los finales de alfil solo: el bando que defiende pone sus peones en el color de su alfil y el otro alfil no los puede atacar. Pero esa fama engaña.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Alfiles de distinto color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Con damas y torres, el atacante juega como con una pieza de más sobre las casillas que el alfil rival no cubre: cada ataque con su alfil no se puede contestar con el alfil del otro. Y aun en el final, dos peones pasados bien separados o unidos y apoyados por el rey pueden ser imparables.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Alfiles de distinto color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Por eso la decisión de cambiar o no las otras piezas es la más importante de estas posiciones. Miguel Najdorf, contra Rossetto, aceptó el cambio de torres solo cuando le dejaba dos peones pasados unidos que el alfil blanco no podía frenar.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un final con alfiles de distinto color. ¿Cambiaste las torres? ¿Te dejó un final de tablas o uno ganado? Revisa si había otra forma de cambiar.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Cambiar o no cambiar · Lección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