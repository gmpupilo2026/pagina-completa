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10 del curso Fundamentos del Ajedrez. El jaque pastor y cómo defenderte de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Primeros principios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de apertura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jaque pastor y cómo defenderte de él.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de apertura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"jaque pastor" (1.e4 e5 2.Ac4 Cc6 3.Dh5) amenaza mate en f7 aprovechando que esa casilla solo la defiende el rey.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defiende fácilmente desarrollando una pieza que controle f7 o ataque a la dama, como 3...g6 o 3...Cf6.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errores frecuentes: mover la dama demasiado pronto (se convierte en blanco de ataques con ganancia de tiempo), descuidar el desarrollo por ganar un peón dudoso, y olvidar enrocar mientras se persiguen amenazas menores.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3 partidas contra un amigo o el motor del sitio evitando conscientemente estos tres errores.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Errores comunes de apertura — Fundamentos del Ajedrez</dc:title>
  <dc:subject>Errores comunes de apertura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