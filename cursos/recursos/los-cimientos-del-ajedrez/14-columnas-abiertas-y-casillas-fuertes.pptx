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Columnas abiertas y casillas fuertes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Las torres necesitan columnas abiertas y los caballos, casillas que ningún peón pueda atacar. Aprende a encontrarlas y ocuparlas.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abiertas y casillas fuertes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columna abierta es una columna sin peones. Es la autopista de las torres: por ahí entran en el campo rival y, sobre todo, llegan a la séptima fila, donde atacan peones y encierran al rey. Una casilla fuerte, o puesto avanzado, es una casilla en el campo rival que ningún peón enemigo puede atacar, idealmente protegida por un peón propio. Es el lugar perfecto para un caballo, que desde ahí molesta todo el tiempo y no se le puede echar.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abiertas y casillas fuertes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 columnas abiertas basta con mirar dónde no hay peones; para las semiabiertas, donde solo hay peones del rival. Una torre tuya en una columna semiabierta presiona el peón que queda al final. Para encontrar casillas fuertes, mira las casillas del campo rival que ya no pueden ser atacadas por ningún peón, porque los peones de las columnas vecinas ya avanzaron o desaparecieron. Esas casillas se llaman agujeros, y un agujero cerca del rey rival vale todavía más.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abiertas y casillas fuertes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clave es ocupar antes que el rival. Si hay una sola columna abierta, quien la domina con sus torres suele llevar ventaja; doblar las torres en ella la hace aún más fuerte. Con las casillas fuertes, el plan es llevar un caballo hasta ahí aunque tarde varias jugadas. El error típico es mover peones sin pensar y dejar agujeros en el propio campo, que el rival ocupará con gusto durante el resto de la partida.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 próxima partida lenta, cuando la apertura termine, señala todas las columnas abiertas y semiabiertas y los agujeros de cada bando. Decide qué pieza tuya debería ocupar cada uno.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