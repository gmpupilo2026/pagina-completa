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Los conceptos que sí sirven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factor que manda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En cada posición hay muchos factores, pero uno pesa más que los demás. Encontrarlo ordena todo el pensamiento.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factor que manda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jugador de club suele ver muchas cosas en una posición: el peón doblado, la columna abierta, el alfil malo, la ventaja de desarrollo, el rey un poco débil. El problema es que las ve todas con el mismo peso, y entonces no sabe por dónde empezar. Elige una jugada que mejora un poco cada cosa y no cambia nada de lo importante.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factor que manda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casi toda posición hay un factor que manda. Si un rey está expuesto, eso pesa más que cualquier peón doblado. Si un peón pasado está a dos casillas de coronar, nada más importa. Si un bando va muy adelantado en desarrollo, lo urgente es abrir antes de que el otro se ponga al día. Los factores dinámicos —rey, desarrollo, iniciativa— suelen mandar sobre los estáticos —estructura, alfiles—, porque se pierden si no se usan ya.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factor que manda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buscar jugadas, haz la pregunta en voz alta: «¿qué es lo más importante en esta posición?». La respuesta te dice qué jugadas mirar primero. Con la práctica, la pregunta se contesta sola en segundos, y deja de pasar que el plan correcto estaba ahí y no lo viste porque estabas mirando el peón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cinco posiciones de tus partidas, escribe tres factores que veas y ordénalos de más a menos importante, antes de mirar el motor. Después compara con la jugada que recomienda: casi siempre trabaja sobre el primero de tu lista, o sobre uno que no viste.</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