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6</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Los conceptos que sí sirven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Las reglas tienen excepciones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«No muevas dos veces la misma pieza», «no saques la dama temprano»: las reglas sirven hasta que la posición concreta dice otra cosa.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reglas tienen excepciones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extremo opuesto a no saber los conceptos es aplicarlos sin mirar. Las reglas generales —desarrolla antes de atacar, no cambies tu alfil bueno, el caballo en el borde es malo, no hagas jugadas de peón delante de tu rey— son promedios: describen lo que pasa en la mayoría de las posiciones. En la tuya, la de hoy, puede pasar otra cosa.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reglas tienen excepciones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jugador rígido descarta jugadas sin calcularlas porque «van contra la regla». Así deja pasar el sacrificio que gana, el caballo en el borde que justamente ataca lo que importa, la dama que sale temprano porque el rival dejó un peón sin defender. Y el rival que conoce las excepciones gana con jugadas que a ti ni se te ocurrieron.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reglas tienen excepciones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salida no es olvidar las reglas, es usarlas como preguntas: «esta jugada va contra el desarrollo; ¿qué gano a cambio?». Si la respuesta es algo concreto —material, un ataque que no se puede parar, una debilidad permanente—, la excepción manda. Si la respuesta es «nada», la regla tenía razón.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Busca en tus partidas una jugada que descartaste «por principio» y analízala con el motor. Anota si era buena o no, y por qué. Repite con tres partidas: vas a encontrar al menos una excepción que se te escapó.</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