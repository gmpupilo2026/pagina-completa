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Ejercicios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Ejercicios 13 a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Cinco posiciones: evitar el cambio que libera al rival, cambiar al defensor de una casilla y elegir entre tres planes.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Ejercicios 13 a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Aquí aparecen dos ideas que se repiten mucho en la práctica: impedir que el rival se quite de encima su pieza mala, y cambiar la pieza que defiende una casilla débil para ocuparla después. El último ejercicio pide comparar tres jugadas posibles; calcula cada una hasta que veas qué piezas quedan.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Pon cada posición en un tablero y juégala contra el motor desde el diagrama, primero con la idea de la solución y después con otra. Compara qué tan fácil fue jugar cada una.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