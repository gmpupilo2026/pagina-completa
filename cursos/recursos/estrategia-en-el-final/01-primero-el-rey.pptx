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ESTRATEGIA EN EL FINAL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1 · El rey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Primero el rey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Antes de empujar un peón, mejora la posición del rey: casi siempre es la jugada correcta.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Primero el rey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En el medio juego el rey se esconde; en el final es una pieza más, y de las fuertes: vale cerca de cuatro puntos en trabajo útil. El error más común al entrar en un final es seguir jugando como si el rey fuera un problema — empujar peones, mover torres, y dejarlo en la casilla donde quedó.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Primero el rey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 regla práctica es casi mecánica: si no hay nada forzado que hacer, acerca el rey. Un peón que avanza sin el rey atrás rara vez corona; un rey que llega al centro ya no vuelve atrás. Cuando dudes entre un avance de peón y una jugada de rey, mira primero la de rey.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Primero el rey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Esto tiene una consecuencia que sorprende: en muchos finales la jugada ganadora es la más lenta. Empujar el peón de una es lo que apura el resultado a tablas; llevar el rey tres jugadas hasta su casilla y recién entonces empujar, gana.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Toma cinco partidas tuyas que terminaron en final y marca, en cada una, la jugada en la que empezaste a mover el rey. Después cuenta cuántas jugadas antes podías haberlo hecho.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Estrategia en el final · Lección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