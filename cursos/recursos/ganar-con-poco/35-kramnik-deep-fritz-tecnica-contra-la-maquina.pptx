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Las partidas del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Krámnik – Deep Fritz: técnica contra la máquina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Vladímir Krámnik contra Deep Fritz, Brains in Bahrain, Manama 2002. La técnica impecable.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Krámnik – Deep Fritz: técnica contra la máquina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Krámnik juega contra uno de los programas más fuertes de su época como contra un ser humano: posiciones sencillas, pocas complicaciones y una ventaja pequeña que no se escapa. Le quita casillas a las piezas negras, ataca lo que no se puede defender bien y lleva la partida a un final donde su rey es más activo.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Krámnik – Deep Fritz: técnica contra la máquina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Recórrela jugada a jugada en el tablero (Gambito de dama rehusado; ganan las blancas). En los momentos clave el visor te pide que encuentres la jugada antes de verla: todas están comprobadas con Stockfish, y en cada una la jugada de la partida es la mejor por al menos medio peón. Lo que hay que llevarse: Contra un rival que calcula muy bien, conviene que la posición no dependa del cálculo. Una jugada de peón que le quita casillas a las piezas rivales también es una ventaja. Atacar dos veces lo que está defendido dos veces mantiene al rival atado.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Si tu rival es muy táctico, busca posiciones sencillas y sin golpes. Antes de atacar, mira qué casillas puedes quitarle al rival.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