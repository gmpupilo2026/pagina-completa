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2: Reglas de competición. Conducta durante la partida, uso de dispositivos electrónicos, reclamos e incidencias frecuentes.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Aplicar las normas de conducta y de la zona de juego durante una ronda. Resolver incidencias con dispositivos electrónicos según el art. 11.3 y el reglamento del torneo. Tratar jugadas ilegales, piezas desplazadas y posiciones incorrectas con el procedimiento del art. 7. Elegir una sanción proporcionada del catálogo del art. 12.9. Atender un reclamo de principio a fin: escuchar, verificar, decidir y registr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De 0:00 a 0:10, Repaso y revisión de la tarea. De 0:10 a 0:45, Conducta y zona de juego. De 0:45 a 1:10, Dispositivos electrónicos. De 1:10 a 1:20, receso. De 1:20 a 1:55, Irregularidades. De 1:55 a 2:20, Sanciones, reclamos y apelaciones. De 2:20 a 2:30, receso. De 2:30 a 3:15, Simulación de reclamos en salas de trabajo. De 3:15 a 3:45, Quiz de la sesión y revisión. De 3:45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Las Leyes abren el capítulo de conducta con una obligación general: los jugadores no deben desprestigiar el juego. Esa cláusula permite actuar ante conductas que ningún artículo previó. Para salir de la sala de juego se necesita permiso del árbitro; la zona de juego (sala, baños, zona de descanso) no se abandona sin autorización. Durante la partida está prohibido usar notas, fuentes de información o consejos, y analizar en otro tablero. Quien terminó su partida pasa a ser espectador: no puede analizar en la sala ni interferir con otras mesas. Está prohibido distraer o molestar al rival, por ejemplo con ofertas de tablas repetidas. Nadie puede comentar una partida que todavía se está jugan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Por regla general, un jugador no puede tener encima un dispositivo electrónico no autorizado en la zona de juego. Lo que se prohíbe es tenerlo, no que suene: apagado cuenta igual. Si lo tiene, pierde la partida, salvo que el reglamento del torneo prevea una sanción menos severa. El reglamento puede permitir guardarlo en el bolso completamente apagado, en el lugar que acuerde el árbitro. Ante una sospecha, el árbitro puede pedir revisar ropa, bolsos y persona, siempre en privado. Salvo autorización del árbitro, nadie puede usar el celular en la sala ni en las zonas contiguas que el árbitro designe. En torneos escolares conviene anunciar en la charla técnica dónde se dejan los teléfon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Una jugada ilegal queda completada cuando el jugador puso en marcha el reloj del rival. Mientras no lo haya presionado, puede corregirla sin sanción, aunque la pieza tocada lo sigue obligando. Si ya la completó, se repone la posición inmediatamente anterior y se aplica la sanción. Primera jugada ilegal completada en ritmo clásico: dos minutos más para el rival. En rápidas y relámpago: un minuto. Segunda jugada ilegal del mismo jugador: pierde la partida, salvo que el rival no pueda dar mate por ninguna serie de jugadas legales (tablas). Si no se puede reconstruir la posición anterior, se sigue desde la última posición identificabl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Quien vuelca piezas las repone con su propio tiempo; el árbitro puede sancionarlo, pero no está obligado. El árbitro fija los tiempos del reloj con su criterio y puede ajustar el contador de jugad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El art. 12.9 enumera las sanciones que puede aplicar el árbitro, ordenadas de la más suave a la más dura. Se elige la proporcionada: aplicar la más severa a una falta menor es tan mal arbitraje como no sancionar. Advertencia. Aumentar el tiempo del rival o reducir el del infractor. Reducir los puntos obtenidos en la partida o aumentar los del rival. Declarar perdida la partida. Multa anunciada de antemano, exclusión de una o más rondas o expulsión de la competi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El jugador puede pausar el reloj para llamar al árbitro. Quien arbitra escucha a las dos partes, verifica los hechos (planillas, testigos, posición), decide con el artículo y registra la incidencia. La decisión de reanudar la partida es del árbitro. El jugador tiene derecho a que se le explique la regla que se aplica. Quien toca una pieza con intención de moverla o capturarla pierde el derecho a reclamar contra una infracción del rival a la regla de pieza tocada (art. 4.1 a 4.7). Firmar la planilla no impide apelar; los plazos y la forma de la apelación los fija el reglamento del torne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Caso 1: Suena un celular. En plena ronda suena el celular de un jugador dentro de la sala. El reglamento del torneo no dice nada sobre dispositiv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Caso 1, decisión: Pierde la partida: es la regla general del art. 11.3.2. Solo si el reglamento previera una sanción menor se aplicaría es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Caso 2: Primera jugada ilegal en ritmo clásico. Un jugador deja su rey en jaque y presiona el reloj. Es su primera jugada ilegal de la par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Caso 2, decisión: Se repone la posición anterior, el jugador debe hacer una jugada legal (respetando pieza tocada) y el rival recibe dos minutos adiciona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Caso 3: La misma situación en rápidas. La misma jugada ilegal, en un torneo a 15 minutos más 10 segun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Caso 3, decisión: Mismo procedimiento, pero el rival recibe un minuto en lugar de dos. Una segunda jugada ilegal le haría perder la par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Caso 4: Notas de apertura. El árbitro ve que un jugador consulta una hoja con variantes de apertura durante la par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Caso 4, decisión: Está prohibido usar cualquier fuente de información. Se sanciona con el art. 12.9 según la gravedad; puede llegar a la pérdida de la par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Caso 5: Análisis en la sala. Dos estudiantes que ya terminaron analizan su partida en un tablero de la sala, junto a mesas que siguen jugan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Caso 5, decisión: Ya son espectadores y no pueden interferir. El árbitro les pide ir a la sala de análisis o salir; si insisten, aplica una san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Caso 6: Piezas volcadas. En apuro de tiempo, un jugador vuelca varias piezas al mover y presiona el reloj sin reponerl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Caso 6, decisión: Debe reponerlas con su propio tiempo; el rival puede pausar el reloj y llamar al árbitro. El árbitro puede sancionarlo por conducta si lo hace de forma repe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Práctica: Simulación de reclamos en salas de trabajo. En subgrupos, cada participante asume el rol de árbitro ante un reclamo distinto y debe resolverlo aplicando el procedimiento correc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Ejercicio 1: Un jugador hace una jugada ilegal, se da cuenta antes de presionar el reloj y la corrige moviendo otra pieza. ¿Qué decid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Ejercicio 2: En ritmo clásico, un jugador completa su segunda jugada ilegal. Su rival solo tiene el rey. ¿Result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Ejercicio 3: Un jugador ofrece tablas tres veces en diez jugadas pese a las negativas. ¿Cómo actú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Ejercicio 4: El reglamento permite guardar el celular en el bolso. Durante la partida el teléfono de un jugador vibra dentro del bolso. ¿Qué decid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Ejercicio 5: A las 12 jugadas de cada bando se descubre que la partida empezó con los colores invertidos. ¿Qué se hac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Ejercicio 6: Un jugador firma la planilla y luego quiere apelar tu decisión. ¿Pue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1. La jugada no estaba completada: se corrige sin sanción, pero con la pieza que tocó, si tiene una jugada legal (pieza tocada). No puede cambiar de pieza. Art. 4.3 y 7.5.1. 2. Tablas: la segunda ilegal hace perder, salvo que el rival no pueda dar mate por ninguna serie de jugadas legales. Art. 7.5.5. 3. Es una molestia al rival: primero una advertencia y, si sigue, una sanción mayor del art. 12.9. Art. 11.5 y 12.9. 4. Incumplió la condición de tenerlo completamente apagado, así que se aplica la sanción prevista por el reglamento o, si no prevé otra, la pérdida de la partida. Art. 11.3.2. 5. Como ya hicieron 10 o más jugadas cada uno, la partida sigue con los colores que se jugaron. Art. 7.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6. Sí: firmar no quita el derecho a apelar. Los plazos y la forma los fija el reglamento del torneo. Art. 8.7 y 11.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1. Un jugador toca una pieza propia que puede mover legalmente. ¿Qué debe hacer? 2. ¿Qué debe hacer la persona árbitra ante el uso de un dispositivo electrónico no autorizado? 3. ¿En qué momento queda completada una jugada ilegal a efectos de sanción? 4. En rápidas, ¿cuánto tiempo recibe el rival por la primera jugada ilegal completada? 5. ¿Con qué tiempo repone las piezas quien las volcó? 6. ¿Cuál es la primera sanción de la lista del art. 12.9? 7. Para salir de la sala de juego durante la ronda, ¿qué necesita un jugad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4" descr="8. ¿Puede un jugador que ya terminó su partida quedarse analizándola en un tablero de la sala, junto a mesas que siguen jugando? 9. Si no se puede reconstruir la posición anterior a una jugada ilegal, ¿desde dónde continúa la partida? 10. ¿Cuál es la sanción más severa de la lista del art. 12.9? 11. Un jugador toca una pieza con intención de capturarla. Si luego quiere reclamar que el rival incumplió la regla de pieza tocada, ¿puede hace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5" descr="1. Debe moverla si tiene jugada legal. 2. Aplicar la sanción establecida en el reglamento de competición. 3. Cuando el jugador puso en marcha el reloj del rival. 4. Un minuto (en ritmo clásico son dos). 5. Con su propio tiempo. 6. La advertencia. 7. Permiso del árbitro. 8. No: ya es espectador y no puede interferir ni analizar en la sala de juego. 9. Desde la última posición identificabl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6" descr="10. Multa anunciada de antemano, exclusión de una o más rondas o expulsión de la competición. 11. No: al tocar una pieza con esa intención, pierde el derecho a reclamar esa infracción del riv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7" descr="Tarea para la próxima sesión: Redactar el análisis de un caso de reclamo (real o hipotético) indicando la normativa aplicada y la decisión arbitral justificada.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2: Reglas de competición</dc:title>
  <dc:subject>laminas:29badc06373b2a511ea47ee453300eda6120df0d57f1a7f8f70a0cb5bce9b43b</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