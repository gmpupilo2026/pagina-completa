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5: Finales de torre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19
Los cortes: vertical y horizontal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59 a 64 · 9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Aplicar los cortes del rey por columnas y por filas, el método combinado de Grigoriev y distinguir el corte horizontal perfecto, imperfecto y aparente.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Cada columna o fila de corte vale un tiempo: contar columnas contra la fila del peón resuelve la mayoría de los casos.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59 · El corte vertical en una columna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60 · Corte en dos columnas. Método combinado de Grigoriev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61 · Corte vertical en dos columnas contra lado largo. Temas de mate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62 · Corte horizontal perfecto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63 · Corte horizontal imperfecto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64 · Corte horizontal aparente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59 · El corte vertical en una columna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por detrás de la quinta, el bando fuerte necesita cortar al rey rival. Cortado en una sola columna, el defensor hace tablas con torre en la octava y rey en tercera o cuarta, usando jaques frontales.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Corte en una columna: el defensor mantiene la torre en la octava y el rey en la tercera o cuarta fila.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Jaques frontales: necesitan la misma distancia que los laterales (tres filas) para tener efectividad lejana.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Regla: en los jaques frontales, es mejor atacar el peón indefenso que seguir dando jaques.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amenaza de cambiar torres provoca errores: ...Re7? prepara el cambio pero deja al rey blanco llegar a a6.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9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59 · El corte vertical en una columna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Rey cortado en una columna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1...Tc8 2.Rb4 Tb8+ 3.Rc5 Tc8+ 4.Rb5 Tb8+ 5.Ra6 Tc8 6.Td4 Re5 7.Td5+ Re6 8.Rb5 Tb8+ 9.Ra4 Tc8 10.Rb4 Tb8+ 11.Tb5 Th8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102428"/>
            <a:ext cx="5486400" cy="30240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1...Tc8! frena el peón. Tras los jaques frontales, 5...Tc8! (no más jaques) y 6...Re5! la torre blanca no puede defender el peón y mantener el corte a la vez.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9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59 · El corte vertical en una columna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el rey en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1...Re6 2.Rb7 Tc5 3.Rb6 Te5 4.c5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77163"/>
            <a:ext cx="5486400" cy="33493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1...Re7? 2.Rb4! el rey blanco llegó a a6 (dos filas y dos columnas más allá del peón) y con 6.Td4 el rey negro tarda un tiempo más en molestar. Con el peón en quinta y sin lado largo, se pierde.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60 · Corte en dos columnas. Método combinado de Grigoriev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rey cortado en dos columnas, el bando fuerte gana con peones de alfil o centrales gracias al método combinado de Grigoriev: rey a la sexta fila, dos columnas al lado del peón, y torre apoyando el peón por detrás.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Primera parte: el rey sube hasta la casilla ideal (a6 para el peón c), desde donde defiende el peón en cualquier fila y molesta a la torre desde b7.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Segunda parte: con el rey en sexta, la torre apoya el peón por detrás.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de caballo el rey no tiene una casilla equivalente y el método no funciona.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defensa de la primera fila no vale contra el peón de alfil: la torre blanca puede ir a a1.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60 · Corte en dos columnas. Método combinado de Grigoriev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método combinado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1.Rb4 Tb8+ 2.Ra5 Tc8 3.Rb5 Tb8+ 4.Ra6 Tc8 5.Tc1 Re7 6.Rb7 Tc5 7.Rb6 Th5 8.c5 Rd8 9.Td1+ Rc8 10.Tg1 Th8 11.c6 Tf8 12.Ta1 Rb8 13.c7+ Rc8 14.Ta8+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208237"/>
            <a:ext cx="5486400" cy="29182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4.Ra6! es la casilla ideal; 5.Tc1! apoya el peón por detrás. Al rey negro le falta un tiempo para ayudar a su torre.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61 · Corte vertical en dos columnas contra lado largo. Temas de 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dos columnas de corte y la torre defensora en el lado largo, el método combinado no basta, pero las blancas ganan siempre especulando con el mate al rey en la banda.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rey negro en la banda y cortado en dos columnas, el rey blanco busca c6: cada jaque de la torre se responde acercándose hasta que el peón avanza.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rey defensor está en su mejor casilla (a5), hay que hacerle perder un tiempo con la torre.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61 · Corte vertical en dos columnas contra lado largo. Temas de 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Temas de 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1.Rc4 Tc8+ 2.Rd5 Td8+ 3.Rc6 Tc8+ 4.Rd7 Tc2 5.d5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35946"/>
            <a:ext cx="5486400" cy="32905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1.Rc4 no aplica Grigoriev sino que apunta a c6. 3.Re5?! intentaría Grigoriev pero deja al lado largo funcionar; 3.Rc6! y el peón avanza hasta el final.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62 · Corte horizontal perfecto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corte horizontal (la torre impide al rey cruzar filas) es más eficaz que el vertical. Es perfecto cuando el rey defensor queda en la misma fila del peón: con peón de caballo, alfil o central en cuarta se gana repitiendo el mismo procedimiento fila a fila.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corte horizontal sólo tiene sentido con el rey defensor en el lado largo; si estuviera en el corto, su torre tomaría el largo y daría jaques.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Corte perfecto: rey defensor en la misma fila que el peón. El bando fuerte avanza el rey y el peón y reproduce la posición una fila más arriba.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Funciona también con el peón en tercera o segunda (salvo el peón central en tercera o segunda, donde aparece una defensa nueva).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62 · Corte horizontal perfecto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Corte horizontal perfecto con peón de caballo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1...Ta8 2.Tc6 Tb8 3.Ta6 Rd5 4.Ra4 Rc4 5.Tc6+ Rd5 6.b5 Ta8+ 7.Rb4 Tb8 8.Tc7 Rd6 9.Ta7 Rd5 10.Ra5 Rc5 11.Tc7+ Rd6 12.b6 Ta8+ 13.Rb5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157292"/>
            <a:ext cx="5486400" cy="29691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7.Rb4 la posición inicial se ha reproducido una fila más arriba. Los jaques traseros finales desembocan en Lucena.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62 · Corte horizontal perfecto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de alfil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1...Tb8 2.Th5 Rf4 3.c5 Te8 4.Rc4 Re4 5.Th6 Re5 6.c6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51621"/>
            <a:ext cx="5486400" cy="32748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Aunque muevan las negras, pierden igual que con el peón de caballo.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2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62 · Corte horizontal perfecto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central en tercera: la torre defensora corta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1...Ta8 2.d4 Rg3 3.Th5 Rg4 4.Te5 Ta3 5.d5 Rf4 6.Te8 Ta5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67297"/>
            <a:ext cx="5486400" cy="32591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peón central en tercera aparece un sistema defensivo nuevo: 4...Ta3! corta al rey blanco y le impide ayudar a su peón. Con el peón una fila más adelante no serviría.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63 · Corte horizontal imperfecto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Si el rey defensor está cortado una fila por delante del peón, el corte es imperfecto: quien mueva decide. Con negras al mover, la torre toma la columna adyacente al peón y hay tablas.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Corte imperfecto: el defensor debe tomar de inmediato la columna adyacente al peón (Tb8 contra el peón c) y esperar en ella.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blancas al mover, Tb6! logra el avance del peón a quinta y se llega al corte perfecto.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63 · Corte horizontal imperfecto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Corte imperfecto: juegan negras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1...Tb8 2.Tg6 Tb7 3.c5 Rd5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53650"/>
            <a:ext cx="5486400" cy="3372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1...Tb8! evita Tb6. Con blancas al mover: 1.Tb6! Tc7 2.Rb4! y se llega al corte perfecto.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64 · Corte horizontal aparente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Muchos jugadores confunden esta posición con las anteriores, pero aquí la torre negra puede dar jaques desde el lado largo: el corte horizontal es inofensivo.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corte horizontal no sirve contra el lado largo: si la torre defensora tiene tres columnas libres, los jaques laterales bastan.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64 · Corte horizontal aparente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lado largo se ríe del corte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1...Ta8 2.Tc5 Td8 3.Td5 Ta8 4.Rd4 Rf4 5.Tf5+ Rg4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39865"/>
            <a:ext cx="5486400" cy="32866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torre blanca tiene que elegir entre permitir Rf5 o permitir los jaques laterales.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la torre y el rey cortados, prueba el corte en una, dos y tres columnas contra el motor.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19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