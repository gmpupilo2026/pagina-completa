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Técnica y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cambio que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Entrar o no entrar en un final es una decisión de estrategia, no de material.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cambio que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cambio de piezas es lo que abre la puerta del final, y esa puerta no siempre conviene cruzarla. La pregunta correcta no es cuánto material tengo, sino qué final queda: quién tiene el rey mejor puesto, quién tiene la estructura sana, quién tiene la pieza que sirve para esa posición.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cambio que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Dos reglas prácticas que casi nunca fallan: con ventaja material, cambia piezas y no peones; con menos espacio, cambia piezas para darle aire a las que te quedan. Y con un final de alfiles de distinto color a la vista, mira dos veces si estás ganando o si estás firmando tablas.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cambio que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caso más caro de todos es el cambio automático: cambiar porque la pieza estaba atacada. Antes de hacerlo, mira el final que queda. Ese medio minuto es la diferencia entre ganar un final técnico y jugar uno incómodo por veinte jugadas.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 próxima partida, cada vez que ofrezcas o aceptes un cambio, di en voz baja qué final quedaría. Al terminar, anota una vez en la que ese cambio cambió el resultado.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