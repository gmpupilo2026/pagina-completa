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 del curso Estrategia y Táctica. Cómo inmovilizar piezas rivales y explotarlo.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Motivos tácticos fundamentales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Clavadas: absolutas y relativas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inmovilizar piezas rivales y explotarlo.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Clavadas: absolutas y relativas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clavada ocurre cuando una pieza no puede (o no conviene que) se mueva porque detrás de ella hay una pieza de más valor, o el rey, en la misma línea de ataque.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absoluta cuando detrás está el rey (mover sería ilegal) y relativa cuando detrás hay otra pieza valiosa.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repasa el artículo "La clavada" en la sección de Artículos y resuelve 10 ejercicios de clavadas en la Base de Problemas.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Clavadas: absolutas y relativas — Estrategia y Táctica</dc:title>
  <dc:subject>Clavadas: absolutas y relativas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