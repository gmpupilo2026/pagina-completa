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28</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GANAR CON POCO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7 · Las partidas del libro</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Matulović – Botvinnik: las casillas que deja un peón</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Milan Matulović contra Mijaíl Botvinnik, Belgrado, 1969. Una red de casillas débiles.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Matulović – Botvinnik: las casillas que deja un peón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 avance de peón de la apertura, hecho para cuidar una sola casilla, deja débiles varias casillas del mismo color. Botvinnik las ocupa una por una con sus piezas, cambia la pieza blanca más activa cuando puede y lleva la partida a un final donde su caballo y su rey entran por las casillas que ningún peón blanco puede cuidar.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Matulović – Botvinnik: las casillas que deja un peón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Recórrela jugada a jugada en el tablero (Defensa Pirc; ganan las negras). En los momentos clave el visor te pide que encuentres la jugada antes de verla: todas están comprobadas con Stockfish, y en cada una la jugada de la partida es la mejor por al menos medio peón. Lo que hay que llevarse: Cada avance de peón deja casillas que ya no podrá defender: hay que saber cuáles. Un caballo apoyado por un peón, en una casilla que ningún peón rival puede atacar, vale más que una torre pasiva. Cambiar la pieza más activa del rival suele ser un buen negocio.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Antes de avanzar un peón, di qué casillas deja de cuidar. Busca en la posición del rival una casilla que ningún peón suyo pueda atacar, y lleva ahí un caballo.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Ganar con poco · Lección 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