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8 del curso Estrategia y Táctica. El clásico ataque contra el enroque corto.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Cálculo y combinaciones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Sacrificios en h7/h2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clásico ataque contra el enroque corto.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Sacrificios en h7/h2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sacrificio clásico Axh7+ (o Axh2+ para negras) seguido de Cg5+ y Dh5 es uno de los patrones de ataque más estudiados de la historia.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cuando el rey enrocado tiene pocas piezas defensoras cerca y el atacante puede sumar rápidamente dama y caballo al asalto.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3 partidas históricas donde se ejecutó este sacrificio y anota qué condiciones lo hicieron posible.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Sacrificios en h7/h2 — Estrategia y Táctica</dc:title>
  <dc:subject>Sacrificios en h7/h2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