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 coordinación de las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Dama y caballo al ataque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Dama y caballo son la pareja de ataque más peligrosa contra el rey. Aprende sus mates típicos y cómo se coordinan.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Dama y caballo al ataque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dama y el caballo se complementan como ninguna otra pareja: la dama cubre líneas largas y el caballo controla justo las casillas que la dama no puede alcanzar con un solo movimiento. Por eso, frente a un rey enrocado, un caballo instalado cerca de él y la dama llegando a su lado suelen bastar para dar mate aunque el resto de las piezas esté lejos. Es una dupla que no necesita casi nada de ayuda.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Dama y caballo al ataque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Fíjate en las casillas de apoyo del caballo cerca del enroque rival: f5, g5, e5 o h5 para las blancas, y sus simétricas para las negras. Un caballo en f5 o en g5 que ataca h7, g7 o f7 es una señal fuerte. Si además la dama puede llegar a h7, g7 o h6 con apoyo del caballo, el mate está cerca. Los peones del enroque movidos, sobre todo g6 o h6, dejan casillas que el caballo aprovecha muy bien.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Dama y caballo al ataque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patrones que más se repiten son la dama dando mate en g7 o en h7 protegida por el caballo, y el caballo dando jaque para sacar al rey de su refugio mientras la dama espera. Practícalos hasta reconocerlos de un vistazo. El error típico del defensor es cambiar la pieza equivocada; el del atacante, mover la dama antes de que el caballo esté en su sitio. Primero se coloca el caballo; la dama llega después, y rápido.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Coloca en un tablero un rey enrocado con sus tres peones, una dama y un caballo rivales, y busca todas las formas de dar mate según dónde esté el caballo. Anota qué casillas necesita cada patrón.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