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Sistemas de competencia: emparejamientos y desempates (C.04, C.07)</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sistema suizo: los principios del sistema holandés (Dutch)</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Las reglas C.04 de emparejamiento suizo: puntaje, flotación, colores y las restricciones que no se pueden romper.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sistema suizo: los principios del sistema holandés (Dutch)</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sistema suizo homologado por la FIDE (Dutch System, reglas C.04) empareja en cada ronda a jugadores con puntaje igual o lo más parecido posible, evitando que dos personas se enfrenten dos veces y equilibrando los colores de cada quien a lo largo del torneo. La primera ronda se sortea (o se ordena por rating, según el reglamento del torneo) dividiendo el campo en dos mitades por puntaje.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sistema suizo: los principios del sistema holandés (Dutch)</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Dos restricciones son absolutas y no se pueden ceder por conveniencia: no repetir un enfrentamiento ya jugado, y no dar a nadie el mismo color tres veces seguidas. Todo lo demás (equilibrar colores, minimizar la diferencia de puntaje entre emparejados) es una prioridad que se ajusta cuando choca con esas dos reglas absolutas.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sistema suizo: los principios del sistema holandés (Dutch)</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"Flotar" es cuando un jugador se empareja con alguien de un grupo de puntaje distinto porque su propio grupo tiene número impar de jugadores; el sistema decide quién flota siguiendo un orden de prioridad basado en el rating y en cuántas veces ya flotó esa persona, para que no le toque siempre a la misma.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sistema suizo: los principios del sistema holandés (Dutch)</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software homologado por la FIDE hace el cálculo, pero quien arbitra tiene que poder leer y explicar el resultado: si un jugador pregunta "¿por qué no jugué contra fulano si tenemos el mismo puntaje?", la respuesta tiene que salir del reglamento (ya se enfrentaron, alguien flotó, el color no cuadraba), no de "así lo dio el programa".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Con la tabla de resultados de las primeras tres rondas de un torneo suizo de 16 jugadores (armada a propósito con un número impar de jugadores en el grupo líder después de la ronda 2), determinar a mano quién flota en la ronda 3 y con qué color juega cada uno, siguiendo las prioridades del sistema Dutch.</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