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CAMBIAR O NO CAMBIAR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1 · Las bases del cambio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Cambia las activas, encierra las pasivas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No hace falta cambiar las piezas malas del rival: alcanza con dejarlas sin casillas y cambiar las que sí podrían ayudarlas.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Cambia las activas, encierra las pasivas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 rival con dos o tres piezas mal colocadas suele intentar dos cosas: cambiar esas piezas o reactivarlas. Tu trabajo es impedir las dos. Las piezas activas del rival son las que pueden ayudar a las pasivas (abriendo líneas, cubriendo casillas), así que conviene cambiarlas primero.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Cambia las activas, encierra las pasivas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Después, en vez de buscar más cambios, a veces lo mejor es cerrar: poner los peones de forma que las piezas malas del rival no tengan nunca una casilla. Una pieza encerrada para siempre es casi como una pieza de menos.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Cambia las activas, encierra las pasivas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En la partida de ejemplo, Viswanathan Anand cambió el alfil negro de c5, la única pieza negra activa, y cerró el flanco de dama con c4. El caballo negro de a7 y el alfil de g6 quedaron como espectadores.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Mira la última partida que ganaste: ¿había piezas del rival que nunca entraron en juego? ¿Fue por casualidad o por algo que hiciste?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Cambiar o no cambiar · Lección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