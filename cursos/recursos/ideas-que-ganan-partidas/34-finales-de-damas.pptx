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6 · Los finales que hay que saber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Finales de damas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Con damas, el rey nunca está del todo seguro. Los jaques y el peón pasado más avanzado deciden.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damas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finales de damas son los más tácticos de todos los finales. La dama sola puede dar jaques desde cualquier lado, así que el rey nunca está del todo seguro, y una serie de jaques puede terminar en tablas por jaque perpetuo o en la captura de una pieza. Por eso se juegan calculando.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damas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reglas generales ayudan: el peón pasado más avanzado vale más que cualquier otra cosa, el rey del bando fuerte busca refugio cerca de su peón, y la dama centralizada defiende y ataca a la vez. Pero lo que decide casi siempre es concreto: un jaque que gana la dama, una coronación con jaque, una enfilada.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damas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Antes de cada jugada, revisa todos los jaques: los tuyos y los del rival.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contra la computadora tres finales de dama y peón contra dama. Anota cuántos jaques tuviste que esquivar y dónde escondiste a tu 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