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12 del curso Estrategia y Táctica. Ocupar casillas que el rival no puede disputar con peones.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Estrategia posicional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Casillas débiles y piezas dominantes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Ocupar casillas que el rival no puede disputar con peones.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Casillas débiles y piezas dominantes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casilla débil (o "agujero") es una casilla que el rival ya no puede controlar con un peón.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un caballo ahí, protegido, crea una pieza casi imposible de expulsar: domina el tablero desde un puesto seguro durante toda la partida.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partida, identifica antes de la jugada 15 si existe alguna casilla débil en el campo rival.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Casillas débiles y piezas dominantes — Estrategia y Táctica</dc:title>
  <dc:subject>Casillas débiles y piezas dominantes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