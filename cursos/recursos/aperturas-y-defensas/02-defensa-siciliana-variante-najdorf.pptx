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2 del curso Aperturas y Defensas. La respuesta más popular y combativa contra 1.e4.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APERTURAS Y DEFENSAS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Aperturas de peón rey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 Siciliana: variante Najdorf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más popular y combativa contra 1.e4.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 Siciliana: variante Najdorf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1.e4 c5 2.Cf3 d6 3.d4 cxd4 4.Cxd4 Cf6 5.Cc3 a6 es la Najdorf: negras retrasan el desarrollo de piezas menores para jugar ...a6 (evita Ab5+ o Cb5) y luego busca contrajuego en el flanco de dama con ...b5 mientras blancas ataca en el flanco de rey.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apertura de doble filo: ambos bandos atacan en flancos opuestos, y quien sea más rápido suele ganar.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recomienda para quien prefiera partidas tranquilas.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analiza 3 partidas magistrales con esta variante y anota en qué jugada empieza la carrera de ataques.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Aperturas y Defensas · Lección 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Siciliana: variante Najdorf — Aperturas y Defensas</dc:title>
  <dc:subject>Defensa Siciliana: variante Najdorf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