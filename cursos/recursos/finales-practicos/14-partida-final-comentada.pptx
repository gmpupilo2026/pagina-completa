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14 del curso Finales Prácticos. De la apertura al final ganador: una partida completa analizada.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Dama y consolidación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final comentada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apertura al final ganador: una partida completa analizada.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final comentada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curso: una partida completa que atraviesa apertura, medio juego y un final técnico de torres, comentada con énfasis en las decisiones que llevaron a la posición ganadora final.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combina lo aprendido aquí con Estrategia y Táctica para crear ventajas que luego sepas convertir.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Partida final comentada — Finales Prácticos</dc:title>
  <dc:subject>Partida final comentada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