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16 del curso Preparación para Torneos. Convertir cada derrota en una lección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estudiar tus partidas perdidas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cada derrota en una lección concreta.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estudiar tus partidas perdidas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"pasar la página" tras una derrota, pero tampoco sirve analizarla sin un objetivo.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momento concreto donde una decisión distinta hubiera cambiado el resultado, y UNA lección aplicable a partidas futuras, no una lista interminable de "todo lo que salió mal".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tu derrota más reciente y resume en una sola frase la lección principal que te deja.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estudiar tus partidas perdidas — Preparación para Torneos</dc:title>
  <dc:subject>Cómo estudiar tus partidas perdidas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