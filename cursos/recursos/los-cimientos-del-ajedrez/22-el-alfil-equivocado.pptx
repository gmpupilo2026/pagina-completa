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primeras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alfil equivocado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Con un peón de torre, un alfil y su rey no siempre ganan: si el alfil no domina la casilla de coronación y el rey rival llega a la esquina, es tablas.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equivocado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alfil y un peón de más suelen ganar sin problemas. Hay una excepción que todo jugador tiene que conocer: el peón de torre con el alfil «equivocado». Si el peón es de la columna a o de la columna h y el alfil se mueve por casillas del color contrario al de la casilla de coronación, el alfil nunca podrá echar al rey rival de esa esquina. Si el rey defensor llega a la esquina, o a la casilla de al lado, la partida es tablas aunque falten muchas piezas por contar.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equivocado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reconocerlo, mira dos cosas: de qué color es la casilla donde corona el peón (a8 y h1 son claras; h8 y a1, oscuras) y de qué color es el alfil. Si no coinciden, el alfil es el equivocado. Después mira dónde está el rey defensor: si puede llegar a la esquina antes que el rey atacante se la cierre, el defensor se salva. Con el alfil del color bueno, en cambio, el alfil cubre la casilla de coronación y el peón corona.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equivocado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el bando fuerte, el remedio es cortar al rey rival antes de que llegue: el alfil y el rey le quitan las casillas del camino, y a veces conviene cambiar a un final de peones o conservar otro peón en otra columna. Para el bando débil, la idea es correr a la esquina sin desviarse y no salir de ahí. El error típico de los dos lados es no mirar el color: el que ataca cambia piezas creyendo que gana fácil, y el que defiende se rinde en una posición que era tablas.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Pon en el tablero rey, alfil y peón de torre contra rey, primero con el alfil del color de la casilla de coronación y después con el otro. Juega las dos posiciones contra alguien, o contra el motor, defendiendo y atacando, hasta que te salga sin dudar cuál se gana.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