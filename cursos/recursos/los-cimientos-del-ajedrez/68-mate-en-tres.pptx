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68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Mate en tres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Encontrar un mate en tres exige ver más allá de la primera jugada obvia. Aprende un método ordenado para calcularlo.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en tres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mate en tres es el primer escalón donde el cálculo de verdad empieza a contar: hay que encontrar tres jugadas propias y, entre ellas, todas las defensas del rival. Muchas veces la primera jugada no es un jaque sino una jugada tranquila que quita una casilla o amenaza algo imposible de parar. Por eso hay que pensar en la posición final, en cómo queda el rey en el mate, antes de buscar la jugada inicial.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en tres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Empieza por las jugadas forzadas: jaques, capturas y amenazas directas, en ese orden. Si ninguna funciona, mira qué casillas tiene el rey rival y qué pieza tuya podría cubrirlas. Las señales de un mate cercano son un rey con pocas casillas, piezas tuyas cerca y piezas rivales lejos o mal colocadas. Si imaginas la red de mate final, a menudo descubres qué jugada te falta para llegar a ella y en qué orden.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en tres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método es simple: elige una primera jugada candidata, enumera todas las respuestas razonables del rival y comprueba que contra cada una hay mate en dos. Si alguna defensa escapa, la candidata no sirve. El error típico es calcular solo la defensa más obvia y no ver la que salva al rey. Otro error común es descartar una jugada tranquila porque no da jaque, cuando a veces es justo la que gana.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Resuelve veinte problemas de mate en tres sin mover las piezas. Para cada uno, escribe la primera jugada y todas las defensas del rival con su respuesta, y después compruébalo en el tablero.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