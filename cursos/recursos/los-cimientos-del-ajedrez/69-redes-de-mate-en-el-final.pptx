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69</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La coordinación de las piezas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Redes de mate en el final</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Con poco material también se da mate. Aprende a reconocer cuándo un rey activo en el final se mete en una red.</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Redes de mate en el final</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el final el rey sale de su refugio para luchar, y eso es correcto: un rey activo suele ser la pieza decisiva. Pero un rey que avanza demasiado o que se pega al borde puede quedar atrapado aunque haya muy poco material. Una torre y un peón, una torre y un caballo, o incluso dos peones y un alfil bien colocados pueden tejer una red de mate. Por eso, en el final, el mate nunca deja de ser una posibilidad.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Redes de mate en el final</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Fíjate en un rey rival en el borde del tablero o rodeado de sus propios peones y de los tuyos. Si sus casillas libres son pocas y una de tus piezas puede dar jaque desde una línea que no se puede tapar, la red está cerca. Las señales de alarma para el defensor son un rey que entra en el campo rival sin mirar qué casillas le quedan y peones propios que le bloquean la salida.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Redes de mate en el final</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técnica del atacante es primero quitar casillas al rey con peones y piezas, y solo después dar el jaque. A veces sacrificar un peón o una calidad vale la pena para cerrar la red. El error típico del defensor es avanzar con el rey buscando peones sin comprobar que tiene una salida segura. Antes de cada jugada de rey en un final, mira cuántas casillas le quedan después de moverlo y quién puede dar jaque.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Repasa tus últimos finales con torres y busca momentos en que algún rey se quedó con dos o menos casillas libres. Comprueba si había una red de mate posible para el rival.</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69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