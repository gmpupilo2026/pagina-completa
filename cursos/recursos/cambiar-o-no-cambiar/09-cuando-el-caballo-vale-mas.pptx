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CAMBIAR O NO CAMBIAR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Alfiles y caballos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Cuando el caballo vale más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En una posición cerrada, con casillas fuertes y sin diagonales, el caballo puede ser mejor que el alfil. Entonces vale la pena entregar la pareja.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el caballo vale más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caballo no depende de las diagonales: salta. Por eso es la pieza de las posiciones cerradas, con cadenas de peones trabadas. Y necesita puestos: casillas fuertes, defendidas por un peón propio, donde ningún peón rival lo pueda echar.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el caballo vale más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Si tienes caballo contra alfil, tu plan es cerrar la posición y poner tus peones en casillas que el alfil rival no pueda atacar. Si tienes el alfil, tu plan es el contrario: abrir. Antes de cambiar un alfil por un caballo, pregúntate cuál de esos dos planes se va a poder cumplir.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Cuando el caballo vale más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Bobby Fischer contra Spassky, en el Campeonato Mundial de 1972, dio su alfil por el caballo de c3, cerró la posición y aceptó peones doblados para que los alfiles blancos no tuvieran nada que atacar. Su caballo terminó siendo la pieza más fuerte del tablero.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partidas, cuando cambies un alfil por un caballo, anota si la posición estaba abierta o cerrada. Después de diez partidas, mira si los cambios te salieron bien en un tipo de posición y mal en el otro.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Cambiar o no cambiar · Lección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