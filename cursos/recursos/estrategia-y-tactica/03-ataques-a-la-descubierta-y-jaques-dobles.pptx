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3 del curso Estrategia y Táctica. Cuando mover una pieza revela el ataque de otra.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Motivos tácticos fundamentales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Ataques a la descubierta y jaques dobles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mover una pieza revela el ataque de otra.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Ataques a la descubierta y jaques dobles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ataque a la descubierta ocurre al mover una pieza que estaba bloqueando la línea de ataque de otra pieza propia, revelando ese ataque además de la jugada de la pieza que se movió.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ataque descubierto es jaque y la pieza movida también da jaque, se llama jaque doble: el rey solo puede escapar moviéndose, no hay forma de bloquear ni capturar dos atacantes a la vez.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3 partidas famosas decididas por un jaque doble.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Ataques a la descubierta y jaques dobles — Estrategia y Táctica</dc:title>
  <dc:subject>Ataques a la descubierta y jaques dobles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