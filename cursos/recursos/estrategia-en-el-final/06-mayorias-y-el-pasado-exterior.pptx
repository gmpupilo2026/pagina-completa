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Los peones mandan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Mayorías y el pasado exterior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Tres peones contra dos en un flanco: cómo se convierte eso en un peón que corona.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Mayorías y el pasado exterior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Tener más peones que el rival en un sector del tablero es tener un peón pasado en potencia. La técnica es vieja y sigue funcionando: se avanza primero el peón que no tiene rival enfrente, y se hace con el rey cerca, no con las piezas lejos.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Mayorías y el pasado exterior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la mayoría está lejos del centro —lo que se llama peón pasado exterior— vale todavía más, porque obliga al rey rival a irse a ese lado y el tuyo se queda solo con el resto de los peones. Muchas veces la ventaja mínima de un final de peones es exactamente eso: no un peón de más, sino un peón pasado más lejos.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Mayorías y el pasado exterior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clásico es apurar la mayoría sin mirar la del rival. Casi siempre las dos se convierten al mismo tiempo, y ahí la partida la gana el que coronó primero o el que dejó a su rey mejor puesto para la carrera.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la posición de mayoría clásica (peones blancos en a2, b2, c2; negros en a7, b7) y conviértela en un peón pasado contra el motor, tres veces seguidas, sin perder ninguno.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