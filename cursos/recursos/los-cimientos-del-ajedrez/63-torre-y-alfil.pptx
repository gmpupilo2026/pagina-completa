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 coordinación de las piezas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Torre y alfil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Torre y alfil se coordinan en líneas rectas y diagonales para cerrar al rey. Aprende sus mates típicos y sus trucos de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alfil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torre controla filas y columnas, el alfil diagonales; juntos cubren las dos direcciones que necesita un rey para escapar. Por eso dan muchos mates típicos: la torre en la última fila con el alfil cortando la casilla de huida, la torre en la columna h con el alfil sobre g7 o g8, o la torre dando jaque mientras el alfil cubre las casillas del otro color. En los finales, la pareja sigue siendo muy eficaz contra un rey mal colocado.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alfil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Busca un rey rival en el borde o en una esquina con pocas casillas libres. Si las que le quedan son de un solo color, y tu alfil es de ese color, ya está medio atrapado: falta que la torre dé el jaque. Fíjate también en las combinaciones de descubierto, donde el alfil se mueve con amenaza y descubre la línea de la torre, o al revés. Esos golpes ganan material aunque no haya 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Torre y alfil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clave es repartir el trabajo: el alfil corta las casillas de huida y la torre da el golpe final, o al revés. El error típico es dar jaques con la torre sin que el alfil esté en su sitio, empujando al rey a una casilla segura. Antes de dar el primer jaque, mira dónde puede escapar el rey y si el alfil puede cubrir esa casilla primero. Muchas veces la jugada buena es tranquila: colocar el alfil.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Coloca un rey en la esquina con un peón delante y busca todos los mates posibles con torre y alfil. Luego repite con el rey en el borde, lejos de la esquina, y anota qué cambia.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