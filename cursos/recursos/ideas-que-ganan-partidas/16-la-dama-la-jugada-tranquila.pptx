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Las piezas en su sitio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dama: la jugada tranquila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La dama no gana siempre con jaques. A veces la jugada decisiva es un movimiento silencioso que crea dos amenazas.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dama: la jugada tranquila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Como la dama es la pieza más fuerte, se tiende a usarla para dar jaques y capturar. Pero muchas de sus mejores jugadas son tranquilas: un movimiento sin jaque ni captura que la pone en una casilla desde donde amenaza dos cosas a la vez, o que se suma a un ataque que todavía no tiene suficiente fuerza.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dama: la jugada tranquila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Estas jugadas cuestan de ver porque no obligan nada: el rival puede responder lo que quiera. Pero si la dama quedó amenazando dos cosas, ninguna respuesta las para a las dos. Buscarlas pide preguntarse, en cada posición, qué casillas de la dama atacan más de un objetivo.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dama: la jugada tranquila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También vale lo contrario: una dama lejos del juego, cazando peones en un flanco, es una pieza menos en la defensa. Antes de mandarla lejos, mira cuánto tarda en volver.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diez ejercicios de táctica, antes de mirar jaques y capturas, prueba primero las jugadas tranquilas de la dama. Anota cuántas veces la solución era una de ellas.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