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1 del curso Fundamentos del Ajedrez. Cómo se nombran las casillas y se anotan las jugadas.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FUNDAMENTOS DEL AJEDREZ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Reglas básicas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tablero y la notación algebraica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nombran las casillas y se anotan las jugadas.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tablero y la notación algebraica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tablero tiene 64 casillas organizadas en 8 columnas (de la "a" a la "h", de izquierda a derecha vistas por las blancas) y 8 filas (del 1 al 8).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casilla se nombra combinando columna y fila: e4, g7, a1.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notación algebraica, el idioma universal del ajedrez.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colocar el tablero, la regla es "casilla clara a la derecha": para las blancas, h1 debe ser una casilla clara.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jugada se anota con la letra de la pieza (K=rey, Q=dama, R=torre, B=alfil, N=caballo; el peón no lleva letra) seguida de la casilla de destino, por ejemplo Nf3 o e4.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nombra en voz alta 10 casillas al azar sobre un tablero antes de pasar a la siguiente lección.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del Ajedrez · Lección 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 tablero y la notación algebraica — Fundamentos del Ajedrez</dc:title>
  <dc:subject>El tablero y la notación algebraica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