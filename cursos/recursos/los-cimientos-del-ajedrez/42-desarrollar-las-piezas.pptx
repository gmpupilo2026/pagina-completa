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42</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LOS CIMIENTOS DEL AJEDREZ</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2 · Del patrón al plan</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Desarrollar las piezas</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La apertura se gana sacando las piezas rápido y bien. Aprende los principios del desarrollo y cómo castigar al rival que se queda atrás.</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Desarrollar las piezas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Desarrollar es sacar las piezas de su casilla inicial hacia casillas donde trabajan: caballos y alfiles primero, el rey enrocado temprano y las torres conectadas a las columnas centrales. En la apertura, cada jugada cuenta, y una pieza que mueves dos veces o un peón de flanco que empujas sin razón son tiempos perdidos. Quien termina su desarrollo antes tiene más piezas para atacar o defender, y esa ventaja se puede convertir en algo concreto si el centro se abre.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Desarrollar las piezas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Para saber cómo va la partida, cuenta las piezas desarrolladas de cada bando. Si tú tienes cuatro fuera y el rey enrocado, y el rival tiene dos y el rey en el centro, llevas ventaja de desarrollo, y la regla es abrir el juego: cambiar peones en el centro, abrir columnas hacia su rey, atacar antes de que se ordene. Si eres tú quien va atrasado, la regla es la contraria: mantener el centro cerrado, no comer más material y terminar de sacar las piezas.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Desarrollar las piezas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Los errores típicos son conocidos y se repiten mucho en partidas de club: sacar la dama muy pronto y perder tiempos cuando la atacan, ir a comer un peón con una pieza ya desarrollada y quedarse atrás, o retrasar el enroque «porque no pasa nada». Ningún principio es absoluto: a veces mover dos veces una pieza o empujar un peón de flanco es lo correcto. Pero cada vez que rompes uno debe haber una razón concreta que puedas decir en voz alta. Si no la tienes, saca otra pieza.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En tus diez próximas partidas, anota en la jugada diez cuántas piezas menores tienes desarrolladas, si enrocaste y cuántas tiene el rival. Compara esos números con el resultado.</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Los cimientos del ajedrez · Lección 42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