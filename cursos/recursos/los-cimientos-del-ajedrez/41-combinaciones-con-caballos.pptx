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Del patrón 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Combinaciones con caballos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caballo salta y ataca en todas direcciones a la vez. Aprende la horquilla, el jaque doble y el mate de la coz, y las señales que los anuncian.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con caballos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caballo es la pieza de las horquillas: desde una casilla ataca hasta ocho, y sus ataques no se pueden tapar. Cuando ataca a la vez al rey y a otra pieza, o a la dama y a una torre, el rival solo puede salvar una. Hay además un mate propio del caballo: el mate de la coz, en que el rey rival queda rodeado por sus propias piezas y el caballo da jaque sin que nadie pueda capturarlo. Para preparar horquillas suele hacer falta un sacrificio que lleve las piezas rivales a las casillas correctas.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con caballos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señal muy útil: el caballo siempre ataca casillas de un mismo color, el contrario al de la casilla donde está. Por eso solo puede hacer horquilla a dos piezas que estén en casillas del mismo color. Si el rey y la dama rivales están en casillas del mismo color y a distancia de salto, busca la casilla donde un caballo los atacaría a los dos. Fíjate también en las piezas rivales sin defensa: el caballo las cobra con un ataque doble.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Combinaciones con caballos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es encontrar la horquilla y no mirar si la casilla de llegada está defendida, o si el rival, en vez de salvar una pieza, contesta con un jaque o captura el caballo. Antes de saltar, comprueba que el caballo llega seguro o que lo que ganas vale más que él. Y en defensa, mira siempre las casillas a las que puede saltar el caballo rival en una o dos jugadas: muchas horquillas se ven venir de lejos.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Pon en el tablero el rey y la dama rivales en casillas del mismo color y busca desde dónde podría atacarlos un caballo. Después revisa tus partidas y anota cuántas horquillas te hicieron sin que las vieras venir.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