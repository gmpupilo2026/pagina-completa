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 del curso Preparación para Torneos. La base de aperturas que llevarás a cada torneo.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Repertorio y preparación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construir un repertorio sólido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aperturas que llevarás a cada torneo.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construir un repertorio sólido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repertorio de torneo no necesita cubrir todas las aperturas posibles: necesita 1-2 respuestas sólidas contra las jugadas más comunes del rival, bien entendidas en sus ideas, no solo memorizadas de forma mecánica.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Aperturas y Defensas si aún no tienes uno definido.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escribe en una hoja tu repertorio completo con blancas y negras en no más de una página.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construir un repertorio sólido — Preparación para Torneos</dc:title>
  <dc:subject>Cómo construir un repertorio sólido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