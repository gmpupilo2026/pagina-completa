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Leer la posición más allá de las jugadas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Dinámica contra estática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Lo estático dura (estructura, material); lo dinámico se gasta (iniciativa, desarrollo). Hay que saber cuál usar ahora.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Dinámica contra estática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factores estáticos de una posición son los que no cambian si nadie hace nada: el material, la estructura de peones, una casilla débil, un alfil malo. Los dinámicos son los que valen ahora y se pierden después: una ventaja de desarrollo, la iniciativa, piezas activas, un rey todavía en el centro. El jugador que no distingue unos de otros toma decisiones a ciegas.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Dinámica contra estática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Cuando tienes ventajas dinámicas, el tiempo juega en tu contra: cada jugada lenta le da al rival la oportunidad de terminar su desarrollo o de enrocar. Por eso a veces se entrega material, un factor estático, para no perder lo dinámico. Con ventajas estáticas pasa lo contrario: puedes esperar, porque la debilidad del rival seguirá ahí en veinte jugadas.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Dinámica contra estática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Muchas partidas se deciden por una mala conversión: el jugador tenía la iniciativa y la gastó en ganar un peón, y con el peón de más quedó una posición pasiva donde el rival se defendía cómodo. O tenía una estructura muy superior y se lanzó a un ataque que le dio al rival justamente lo que necesitaba: juego activo.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Elige una partida tuya con mucha táctica y marca, en cinco momentos, quién tenía las ventajas dinámicas y quién las estáticas. Mira si tus jugadas respetaban esa diferencia o la contradecían.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