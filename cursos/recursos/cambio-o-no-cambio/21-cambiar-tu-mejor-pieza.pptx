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21</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¿CAMBIO O NO CAMBIO?</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6 · Los cambios paradójicos</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Cambiar tu mejor pieza</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Parece absurdo, pero a veces la pieza que más trabaja es la que conviene cambiar, porque se lleva a la mejor del rival.</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Cambiar tu mejor pieza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La regla dice que no se cambia la pieza buena por la mala del rival. Pero hay posiciones en las que tu mejor pieza puede cambiarse por la mejor del rival, y lo que queda en el tablero te favorece. Lo que importa no es la pieza que entregas, sino la diferencia entre lo que queda de cada lado.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Cambiar tu mejor pieza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El caso típico: tienes un caballo excelente y el rival un alfil que defiende todo. Si cambias el caballo por ese alfil, pierdes tu mejor pieza, pero el rival pierde a su único defensor y tus otras piezas entran. El cambio paradójico se reconoce porque lo que queda después es mejor para ti que lo que había antes, aunque cada pieza por separado diga lo contrario.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Cambiar tu mejor pieza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Para verlo hay que dejar de pensar pieza por pieza y pensar en la posición entera después del cambio.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Cuando analices tus partidas con motor, presta atención a los cambios que el motor sugiere y que tú no habrías hecho. Pregúntate qué ve: casi siempre es lo que queda después.</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¿Cambio o no cambio? · Lección 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