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del curso Preparación para Torneos. Corregir lo que no funcionó antes del siguiente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Repertorio y preparación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Actualizar el repertorio tras un torneo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lo que no funcionó antes del siguiente evento.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Actualizar el repertorio tras un torneo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cada torneo, revisa qué aperturas te dieron problemas reales (no solo partidas perdidas por otros motivos) y decide si necesitas estudiar una línea nueva, cambiar de sistema, o simplemente entender mejor el plan de la que ya juegas.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 tu próximo torneo o serie de partidas, anota una sola apertura para revisar antes del siguiente evento.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Actualizar el repertorio tras un torneo — Preparación para Torneos</dc:title>
  <dc:subject>Actualizar el repertorio tras un torneo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