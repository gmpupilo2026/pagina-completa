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Pensar también por el rival</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Amenazas: cuáles son reales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No toda amenaza hay que pararla, ni toda jugada del rival es una amenaza. Medir cada una evita el pánico y la ceguera.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Amenazas: cuáles son reales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 las amenazas del rival, el jugador de club suele cometer uno de dos errores. O no las ve, porque estaba pensando en lo suyo, o las ve todas como si fueran graves y se defiende de cosas que no hacía falta defender, perdiendo el tiempo que necesitaba para su propio plan.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Amenazas: cuáles son reales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Gestionar una amenaza es medirla: ¿qué pasa si la ignoro? Si el rival gana material o da mate, hay que pararla. Si solo mejora un poco su posición, a veces es mejor seguir con lo propio, sobre todo si tu plan es más rápido. Y si la amenaza tiene una respuesta que además te mejora, esa es la jugada.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Amenazas: cuáles son reales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También existe la amenaza escondida: la que no está ahora pero aparece después de un cambio, de una jugada intermedia o de que una pieza tuya se mueva. Muchas piezas se pierden porque el jugador la movió de una casilla donde, sin saberlo, estaba defendiendo algo. Antes de mover una pieza, pregúntate qué deja de defender.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Resuelve diez ejercicios de «jugada defensiva» en Entrenamiento. Antes de cada uno, escribe cuál es la amenaza del rival y qué pasa si la ignoras. Solo después busca la jugada.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