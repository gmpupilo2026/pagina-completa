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Los peones deciden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mayoría de peones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Donde tienes más peones que el rival, tienes un peón pasado en potencia. Movilizar esa mayoría es un plan.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mayoría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Si en un flanco tienes tres peones contra dos, tarde o temprano de ahí saldrá un peón pasado: basta con avanzar la mayoría y cambiar los peones que se cruzan. Esa es una de las ventajas pequeñas más claras del ajedrez, porque se puede ver desde el medio juego, mucho antes de que el peón pasado exista.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mayoría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mayoría que más vale es la que está lejos del rey rival. Un peón pasado en el flanco contrario obliga al rey rival a ir hasta allá a frenarlo, y mientras tanto tu rey entra por el otro lado a comerse los peones que quedaron. Es el mecanismo típico de muchos finales de peones: el peón pasado lejano no corona, pero se lleva al rey rival y con eso alcanza.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mayoría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movilizar una mayoría, el peón que va adelante es el que no tiene contrario: el candidato. Los demás lo apoyan. Avanzar primero el peón equivocado puede dejar la mayoría trabada, y la ventaja desaparece.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partidas, al llegar al final, cuenta los peones de cada flanco. ¿Quién tenía una mayoría y dónde? ¿Se movilizó? Anota qué peón avanzó primero.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