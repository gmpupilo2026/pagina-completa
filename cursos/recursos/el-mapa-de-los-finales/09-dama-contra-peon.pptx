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3: Pieza contra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9
Dama contra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16 a 20 · 13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Ganar con la dama contra un peón en séptima y reconocer las excepciones del peón de torre y de alfil, además del truco frecuente y de dama contra dama.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La dama se acerca por jaques hasta obligar al rey a tapar la coronación; el peón de torre y el de alfil se salvan por ahogado si el rey fuerte está lejos.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16 · Dama contra peón en séptima. El método ganador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17 · Dama contra un peón de torre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18 · Dama contra un peón de alfil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19 · Un truco demasiado frecuente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20 · Dama contra dama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16 · Dama contra peón en séptima. El método ganador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La dama gana contra un peón en séptima si puede dar jaques: obliga al rey a ponerse delante del peón y en ese tiempo acerca a su rey, paso a paso, hasta formar una red de mate.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Método: jaques para obligar al rey a ponerse delante del peón; en ese momento acercar el propio rey una casilla; repetir.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dama gana contra un peón normal (columnas b, d, e y g) en séptima siempre que pueda dar jaques.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Excepciones: el propio rey estorba los jaques, o hay recursos de ahogado (peones de torre y de alfil).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16 · Dama contra peón en séptima. El método ganador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Acercar el rey ganando tiempos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1.Df4+ Re2 2.Dg3 Rf1 3.Df3+ Rg1 4.Rg7 Rh2 5.Df2 Rh1 6.Dh4+ Rg1 7.Rg6 Rf1 8.Df4+ Re2 9.Dg3 Rf1 10.Df3+ Rg1 11.Rg5 Rh2 12.Rh4 g1=D 13.Dh3#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84724"/>
            <a:ext cx="5486400" cy="2941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Repetir jaques no sirve; la maniobra Dg3-Df3+ fuerza al rey a g1 y cada vez que ocurre el rey blanco da un paso. Cerca del rey, aparece el mate con ayuda de la banda.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16 · Dama contra peón en séptima. El método ganador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propio rey estorba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Aunque muevan las blancas, no hay ningún jaque útil: el rey blanco tapa a su dama. Típico final de una carrera de peones.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17 · Dama contra un peón de torre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torre aparece el recurso del ahogado: obligar al rey a ponerse delante del peón no sirve porque queda ahogado. Sólo se gana si el rey fuerte ya está lo bastante cerca.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en séptima: si el rey fuerte está lejos, es tablas por ahogado.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Para ganar, el rey fuerte debe estar a dos pasos de una de las dos casillas críticas (f7 o g6 contra el peón h7).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cerca hay dos maniobras: llevar el rey a f7 (el rival corona caballo para no recibir mate) o a g3-g6 justo después de la coronación.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17 · Dama contra un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recurso de ahogado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1.Rg8 Dd5+ 2.Rg7 Dg5+ 3.Rf7 Dh6 4.Rg8 Dg6+ 5.Rh8 Rd2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5540"/>
            <a:ext cx="5486400" cy="32709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dama da jaques y obliga al rey a h8, pero ahí está ahogado: la dama tiene que retirarse y el rey blanco vuelve a amenazar coronar.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17 · Dama contra un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fuerte cerca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1...Dd7+ 2.Rg6 De6+ 3.Rg7 De7+ 4.Rg8 Rf6 5.h8=D+ 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5540"/>
            <a:ext cx="5486400" cy="32709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Desde e5 el rey negro llega a las dos casillas críticas. 4...Rf6! ocupa la casilla clave y tras la coronación el mate es imparable.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7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17 · Dama contra un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dama y turno, pero 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Posición que hay que conocer: las blancas tienen dama y mueven, pero con rey y dama tan mal colocados no pueden evitar el 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18 · Dama contra un peón de alfil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peón de alfil también tiene recurso de ahogado, pero todo depende de si el rey débil está del lado del rincón (lado bueno) o del lado del centro (lado malo).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el peón de alfil en séptima la dama también necesita a su rey.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Rey débil en el lado bueno (el del rincón): se gana sólo si el rey fuerte está a un paso de una de las dos casillas críticas (g6 o e7 contra el peón f7).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Rey débil en el lado malo: se gana si el rey fuerte está a dos pasos de una casilla crítica (d7 o g6).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recurso de tablas se basa en el ahogado: si el defensor tiene otro peón, desaparece.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18 · Dama contra un peón de alfil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pasa al lado bueno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1.Re7 De5+ 2.Rd7 Df6 3.Re8 De6+ 4.Rf8 Rc4 5.Rg7 De7 6.Rg8 Dg5+ 7.Rh8 Df6+ 8.Rg8 Dg6+ 9.Rh8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4457"/>
            <a:ext cx="5486400" cy="31220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1.Re7! (1.f8=D? Da3+ pierde la dama). El rey blanco pasa al lado del rincón y tras 9.Rh8 la captura del peón sería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18 · Dama contra un peón de alfil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débil en el lado bueno: un paso de g6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1...Da7 2.Rh8 Rg6 3.f8=D Dh7#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65406"/>
            <a:ext cx="5486400" cy="33610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negro está a un paso de g6. 1...Da7! clava el peón y el rey entra: la dama recién coronada no puede impedir el 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8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18 · Dama contra un peón de alfil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débil en el lado malo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1...Da7+ 2.Re8 Db8+ 3.Re7 De5+ 4.Rd7 Df6 5.Re8 De6+ 6.Rf8 Rg5 7.Rg7 De7 8.Rg8 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69187"/>
            <a:ext cx="5486400" cy="31572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Primero se obliga al rey blanco a cruzar al otro lado; el tiempo ganado se usa para acercar el rey a g6.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8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18 · Dama contra un peón de alfil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mate en d7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1...Da3+ 2.Re8 Da8+ 3.Re7 De4+ 4.Rf8 Dh7 5.Re8 Rc6 6.f8=D Dd7#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rey negro a dos pasos de d7 hay que impedir que el rey blanco pase al lado bueno: 4...Dh7! y sólo cuando el rey queda en e8 se acerca el rey a c6.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19 · Un truco demasiado frecuente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rey fuerte apenas fuera de la zona ganadora, el bando de la dama intenta marear con jaques y tender una celada: que el rey débil se coloque donde la dama pueda dejarse capturar con jaque y entrar en zona ganadora.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 alfil en séptima y el rey fuerte fuera de la zona, el defensor debe ir al rincón (a1) cuando la dama controla la casilla de coronación desde lejos; nunca a b1.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Desde el otro lado, la única salvación es la sorprendente ...Rc3, entregando el peón sólo si la dama lo toma con jaque perpetuo asegurado.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19 · Un truco demasiado frecuente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celada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1.Db3+ Ra1 2.De3 Rb1 3.De4 Rb2 4.De2 Ra1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8514"/>
            <a:ext cx="5486400" cy="3317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las jugadas de mareo, 4.De2 tiende la trampa: 4...Rb1?? 5.Rc4!! c1=D+ 6.Rb3 y hay mate. Correcto es 4...Ra1! y tablas.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19 · Un truco demasiado frecuente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momento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79192"/>
            <a:ext cx="5486400" cy="3447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4...Rb1?? 5.Rc4!! c1=D+ 6.Rb3 y no hay defensa contra el mate. 4...Rc3?? 5.De5+ obliga a pasar al lado malo y el rey blanco entra en la nueva zona ganadora.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19 · Un truco demasiado frecuente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mismo truco al otro 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1.Db2 Rd1 2.Db3 Rd2 3.Da2 Rc3 4.Da1+ Rd2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8514"/>
            <a:ext cx="5486400" cy="3317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3...Rc3! es única y extraña. 3...Rd1?? 4.Rd4! c1=D 5.Rd3 y mate; 3...Rd3?? 4.Db2 Rd2 5.Re4 y el rey entra en la zona ganadora.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20 · Dama contra dama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Coronar los dos no siempre es tablas: la dama recién coronada en el rincón puede caer en una red de mate o perderse por tenedor. Con el rey fuerte en d3 o c4 (o sus simétricas) hay una maniobra ganadora estándar.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ambos coronan, la dama en el rincón corre peligro: puede quedar obstaculizada por su propio rey y capturarse, o caer en una red de mate.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fuerte en d3/c4 (rincón a1) hay una maniobra de jaques que lleva al rey a c2 y gana. No se gana desde cualquier posición inicial.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bando débil debe buscar la posición relativa rey a2 y dama a1 con la dama contraria en a7 para salvarse.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20 · Dama contra dama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maniobra estándar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1.Dc5+ Ra2 2.Dc4+ Ra3 3.Da6+ Rb2 4.Db5+ Ra3 5.Da5+ Rb2 6.Db4+ Ra2 7.Rc2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29998"/>
            <a:ext cx="5486400" cy="3196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1.Dc5+! y no 2.Da7+? Rb1 que deja escapar. La serie de jaques acaba con el rey blanco en c2 y una posición ganada conocida.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Traza la zona ganadora para el peón de alfil y de torre y verifica con el motor tres posiciones dentro y fuera de ella.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9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