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14 del curso Aperturas y Defensas. Reconocer la misma posición cuando se llega por caminos distintos.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Cómo construir tu repertorio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Transposiciones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la misma posición cuando se llega por caminos distintos.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Transposiciones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aperturas diferentes en el nombre llegan exactamente a la misma posición por otro orden de jugadas: por ejemplo, la Inglesa y la India de Rey pueden transponer entre sí.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esto evita sorpresas y te permite usar el conocimiento de una apertura para jugar otra.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dos aperturas de este temario que puedan transponer entre sí y anota la secuencia de jugadas.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Transposiciones — Aperturas y Defensas</dc:title>
  <dc:subject>Transposiciones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