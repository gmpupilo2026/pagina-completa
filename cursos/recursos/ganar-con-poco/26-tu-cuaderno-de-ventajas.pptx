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Tu propio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Tu cuaderno de 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Cómo revisar tus partidas para encontrar las ventajas pequeñas que tuviste, las que regalaste y las que dejaste pasar.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ventajas pequeñas son difíciles de ver en la partida porque nada las anuncia. La forma de entrenar el ojo es mirarlas después, con calma, en tus propias partidas: cuáles tuviste, cuáles regalaste y cuáles el rival te dejó y no aprovechaste. Eso es el cuaderno de ventajas.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método es este. Después de cada partida lenta, busca los momentos tranquilos, sin amenazas concretas, y para cada uno anota qué ventaja pequeña tenía cada bando: pieza mejor, casilla, peón débil, peón pasado, rey activo, columna abierta, tiempo. Después pásala por el motor y mira si la evaluación se fue moviendo hacia el bando de las ventajas. Casi siempre lo hace.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 de diez o quince partidas, el cuaderno te dice qué ventajas ves bien y cuáles no ves nunca. Esas son las lecciones a repasar. Y sirve también para medir: si en unos meses las ventajas que antes regalabas aparecen menos, vas bien. Así se aprende a ganar con poco: mirando con lupa lo que antes no se veía.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tu cuaderno de ventajas con los siete tipos de ventaja del libro y analiza con él tus diez últimas partidas lentas. Llévaselo a tu profesor: con él se puede armar un plan de entrenamiento hecho a tu medida.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