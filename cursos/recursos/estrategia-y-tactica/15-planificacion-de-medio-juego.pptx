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15 del curso Estrategia y Táctica. Cómo crear un plan a partir de las debilidades del rival.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ESTRATEGIA Y TÁCTICA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Estrategia posicional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Planificación de medio juego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crear un plan a partir de las debilidades del rival.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Planificación de medio juego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buen plan de medio juego nace de responder tres preguntas: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debilidad tiene el rival (peón débil, casilla débil, rey expuesto)? ¿Qué piezas propias puedo dirigir hacia ella? ¿Qué necesito jugar primero para prepararlo? Un plan sin una debilidad concreta a explotar suele quedarse en jugadas sueltas sin dirección.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tu próxima partida, escribe en una hoja aparte el plan que elegiste después de la jugada 10.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y Táctica · Lección 15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Planificación de medio juego — Estrategia y Táctica</dc:title>
  <dc:subject>Planificación de medio juego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