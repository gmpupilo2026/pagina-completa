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10 del curso Finales Prácticos. Por qué son la fortaleza de tablas más famosa del ajedrez.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Finales de piezas menores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alfiles de distinto color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son la fortaleza de tablas más famosa del ajedrez.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alfiles de distinto color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alfiles de distinto color, cada uno controla casillas que el otro nunca puede disputar.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hace que ventajas de hasta 2 peones a menudo terminen en tablas, porque el bando defensor puede bloquear los peones pasados en casillas del color de su propio alfil.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un final de alfiles de distinto color con 2 peones de ventaja y comprueba si realmente es tablas.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Finales de alfiles de distinto color — Finales Prácticos</dc:title>
  <dc:subject>Finales de alfiles de distinto color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