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Conducta y los deberes de quien arbitra (art. 11-12)</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deberes y poderes de la persona árbitra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12 desde el otro lado: qué le exige el reglamento a quien dirige la sala, no a quien juega.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deberes y poderes de la persona árbitra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12.1 pone en cabeza de quien arbitra la aplicación de las Leyes, y el 12.2 la responsabilidad de dirigir la competencia velando por el interés del juego y del torneo — dos obligaciones que a veces tensionan (una decisión estrictamente reglamentaria puede no ser la mejor para el torneo) y que el reglamento espera que se resuelvan a favor del reglamento primero.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deberes y poderes de la persona árbitra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deber de intervenir sin esperar reclamo no vive en un solo número: está repetido artículo por artículo cada vez que hace falta (4.8 con la pieza tocada, 7.5.1 con la jugada ilegal, 12.1 en general) — quien arbitra no necesita que un jugador se queje para actuar. Lo que SÍ tiene su propio artículo es lo contrario: el 12.6 le prohíbe ayudar de más — no puede decir cuántas jugadas lleva cada quien (salvo aplicando el 8.5 con una bandera ya caída) ni avisar que el rival ya movió o que a alguien se le olvidó presionar el reloj. Y el 12.5 sí lo autoriza a dar tiempo adicional a un jugador perturbado indebidamente por el rival, un espectador o la organización — ese es discrecional, así que hay que poder justificarlo con lo observado, no con lo que le contaron.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deberes y poderes de la persona árbitra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derecho a apelar cualquier decisión del árbitro es del jugador, no del árbitro (art. 11.10) — y vale incluso si ya firmó la planilla, si el reglamento del torneo no dice lo contrario. Mientras se resuelve la apelación, la decisión original se mantiene y la partida sigue como el árbitro la dejó, salvo que el propio reglamento diga otra cosa. Saber esto de memoria evita el error de "congelar" una partida por las dudas mientras se arma un comité.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deberes y poderes de la persona árbitra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deber de imparcialidad no está en un solo artículo: atraviesa todo el capítulo 12 y es la razón por la que un árbitro no puede dirigir una partida donde tiene un conflicto de interés (un alumno propio, un familiar) sin avisarlo a la organización — es el mismo principio que en el sitio decide quién administra los pagos y los informes, y no es casualidad: la confianza en quien decide es la mitad de lo que sostiene un torneo.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Elaborar una lista de verificación propia (no copiada) de diez deberes del árbitro que salgan del artículo 12, ordenados por cuándo se aplican: antes de la ronda, durante la ronda, y al cierre — y marcar cuáles de esos diez son discrecionales (piden criterio) y cuáles son obligatorios sin excepción.</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