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Los gambitos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 un gambito se entrega un peón a cambio de desarrollo, centro o ataque. Aprende cuándo vale la pena y cómo enfrentarlo.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gambitos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gambito es una apertura en la que un bando entrega material, normalmente un peón, para conseguir otra cosa: piezas desarrolladas más rápido, un centro fuerte o líneas abiertas hacia el rey rival. La idea es que el tiempo que el rival gasta en capturar y defender el peón vale más que el peón. Funciona cuando el que entrega aprovecha esos tiempos con energía; si se queda quieto, el peón de menos termina pesando.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gambitos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un gambito, mira el reloj de desarrollo: cuántas piezas tiene fuera cada bando y si los reyes están enrocados. Si el que entregó el peón va dos o tres jugadas adelante en desarrollo y el rey rival sigue en el centro, la compensación es real. Si en cambio el rival se desarrolla con normalidad y enroca, el gambito perdió fuerza. Las columnas abiertas hacia el rey y el control del centro son las otras señales de compensación.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Los gambitos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Contra un gambito hay dos caminos sanos: aceptar el peón y devolverlo cuando haga falta para terminar el desarrollo, o rechazarlo y jugar con naturalidad en el centro. El error típico es aceptar el peón y aferrarse a él a cualquier costo, moviendo piezas solo para defenderlo mientras el rival ataca. Y para quien juega gambitos, el error es entregar el peón y después jugar con calma: el gambito exige jugadas activas.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cinco partidas rápidas empezando con un gambito, una vez de cada lado. En cada una, cuenta en la jugada diez las piezas desarrolladas de cada bando y anota si la compensación seguía viva.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