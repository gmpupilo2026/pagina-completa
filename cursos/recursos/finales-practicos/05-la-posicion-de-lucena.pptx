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5 del curso Finales Prácticos. Cómo ganar un final de torre y peón contra torre.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Finales de torre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posición de Lucena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ganar un final de torre y peón contra torre.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posición de Lucena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peón en la séptima fila y el rey propio delante, la técnica de "construir un puente" con la torre permite escoltar al rey hasta la coronación sin que la torre rival pueda dar jaques indefinidos.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posición ganadora más importante de todo el ajedrez práctico de torres.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 la construcción del puente desde cero hasta poder ejecutarla sin dudar, con cualquier columna de peón.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posición de Lucena — Finales Prácticos</dc:title>
  <dc:subject>La posición de Lucena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