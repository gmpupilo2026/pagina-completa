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2 · Del patrón al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Finales elementales de torre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Los finales de torre son los más frecuentes. Aprende las dos posiciones que lo ordenan todo: Lucena para ganar y Philidor para hacer tablas.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Finales elementales de torre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En los finales de torre y peón contra torre hay dos posiciones que conviene conocer de memoria, porque casi todo lo demás se reduce a ellas. La de Lucena es la del bando fuerte: el peón en la séptima, su rey en la casilla de coronación y el rey rival cortado al menos a una columna de distancia. Se gana «construyendo un puente»: la torre va a la cuarta fila, contando desde su lado, el rey sale y, cuando la torre rival da jaques, la propia se interpone y corta los jaques.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Finales elementales de torre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de Philidor es la defensa: el rey defensor está delante del peón, en su casilla de coronación, y la torre defensora se queda en su tercera fila para no dejar pasar al rey rival. Cuando el peón avanza a esa fila, el rey atacante ya no tiene donde esconderse, y la torre se va al otro extremo del tablero a dar jaques desde atrás. Con esa defensa la posición es tablas aunque el rival tenga un peón de más.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Finales elementales de torre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regla práctica que une las dos es el rey cortado: si el rey defensor llega delante del peón, suele ser tablas; si la torre atacante lo corta lejos, suele ganarse. El error típico es defender con la torre pasiva en la última fila sin necesidad, o atacar sin cortar primero al rey rival. Antes de mover, pregúntate dónde está cada rey respecto del peón y si tu torre está activa. Una torre activa vale casi un peón.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Arma en el tablero la posición de Lucena y gánala diez veces contra un compañero o el motor. Después arma la de Philidor y defiéndela hasta que te salga sin pensar.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