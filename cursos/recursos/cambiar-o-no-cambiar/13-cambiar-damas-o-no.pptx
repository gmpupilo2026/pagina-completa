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Damas y torres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Cambiar damas, o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 dama es la pieza que más ataca. Antes de cambiarla, mira los reyes: quien tiene el rey más seguro quiere damas; quien lo tiene expuesto,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damas, o 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Cambiar damas cambia el carácter de la partida: casi siempre se pasa de una lucha con ataques al rey a un final donde mandan la estructura de peones y el rey activo. Por eso es un cambio que conviene a uno de los dos bandos casi siempre, y rara vez a los 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damas, o 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Dos preguntas ordenan la decisión. ¿Qué rey está más expuesto? El que tiene el rey débil quiere cambiar damas. ¿Quién tiene la mejor estructura? El que tiene los peones sanos y el rival los débiles quiere llegar al final, y el cambio de damas es el camino más corto.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damas, o 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Garry Kasparov, contra Bareev, dejó de atacar cuando el ataque ya no llevaba a nada y ofreció él mismo el cambio de damas: en el final, los peones negros de c6, c7 y a5 fueron blancos fijos. En los ejercicios 18 y 21 del curso hay otros dos ejemplos de lo mismo.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Cuando el rival te ofrezca cambiar damas, antes de contestar mira los dos reyes y las dos estructuras. Escribe en la planilla quién gana con el cambio.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