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Cambios paradójicos y técnica moderna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Tu peor pieza por su mejor pieza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Una de las reglas más útiles de la técnica moderna: lleva tu pieza más inútil a una casilla donde se pueda cambiar por la mejor pieza del rival.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peor pieza por su mejor pieza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Todo jugador tiene a veces una pieza que no hace nada: un caballo en el borde, un alfil tapado, una torre sin columna. Una forma de resolverlo es mejorarla; otra, a veces más rápida, es ofrecerla a cambio de la mejor pieza del rival.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peor pieza por su mejor pieza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plan es concreto: buscar la casilla desde donde tu pieza mala ataca o bloquea a la pieza buena del rival, y ver qué camino lleva hasta allí. Si el rival evita el cambio, su pieza buena tiene que retirarse, y eso también es una ganancia.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Tu peor pieza por su mejor pieza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Oscar Panno, contra Miles, llevó su caballo de a6 —que no hacía nada— por b8 a d7 para cambiarlo por el fuerte caballo blanco de e5. Después del cambio, las piezas negras quedaron mejor que las blancas y Panno rompió en el centro.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Al empezar cada fase tranquila de una partida, nombra tu peor pieza y la mejor del rival. ¿Hay un camino para que se encuentren?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