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0B429"/>
                </a:solidFill>
                <a:latin typeface="Calibri"/>
              </a:rPr>
              <a:t>El mapa de los finales  ·  Bloque 2: Finales de peones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Georgia"/>
              </a:rPr>
              <a:t>Lección 7
Peón pasado defendido, alejado, doblado y rupturas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206240"/>
            <a:ext cx="10515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F0F4F8"/>
                </a:solidFill>
                <a:latin typeface="Calibri"/>
              </a:rPr>
              <a:t>Finales 89 a 92 · 8 posiciones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0B429"/>
                </a:solidFill>
                <a:latin typeface="Calibri"/>
              </a:rPr>
              <a:t>Ajedrez Integral · Oscar Angulo Cubero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Objetivo de la lección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Valorar los distintos peones pasados y detectar las rupturas de peones que crean uno lejos del rey.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Idea guía: Un peón pasado y defendido ata al rey rival; una ruptura bien calculada crea un peón pasado cuando el rey rival está lejos.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7 · Ajedrez Integral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Contenido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Final 89 · El peón pasado defendido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Final 90 · El peón pasado alejado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Final 91 · Peón doblado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Final 92 · Rupturas lejos del rey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7 · Ajedrez Integral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Final 89 · El peón pasado defendido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11658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Un peón pasado defendido ata al rey rival a su cuadrado mientras el otro rey queda libre. Con pocos peones no siempre basta: el rey defensor puede defender su otro peón si está dentro del cuadrado o una columna más lejos y alcanza una posición favorable.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583180"/>
            <a:ext cx="10972800" cy="3634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El rey defensor puede defender un peón alejado si está en el cuadrado del peón pasado o una columna más lejos, pero sólo si alcanza una posición favorable.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Con el peón alejado dos columnas fuera del cuadrado, se pierde.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Con el peón pasado bloqueado en sexta se gana siempre (si el peón bloqueado no es de torre): se fuerza el cambio por los dos peones.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7 · Ajedrez Integral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89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89 · El peón pasado defendido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El rey defiende desde el cuadrado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negras   ·   Tablas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1...Rd5 2.Rd3 Re5 3.Rc3 Rd5 4.Rb4 Rc6 5.Ra5 Rc5 6.f6 Rd6 7.Rxb5 Re6 8.Rc5 Rxf6 9.Rd5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980944"/>
            <a:ext cx="5486400" cy="31455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2...Re5! (2...Rc5? o 2...Rc6? 3.Re4). En el momento más apurado, 4...Rc6! defiende el peón sin salir del cuadrado. Al final el peón g5 cae pero es tablas (Final 80).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7 · Ajedrez Integral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89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89 · El peón pasado defendido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Peón dos columnas fuera del cuadrado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27D98"/>
                </a:solidFill>
                <a:latin typeface="Calibri"/>
              </a:rPr>
              <a:t>Juegan blancas   ·   Ganan blancas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1.Rd3 Rd5 2.Rc3 Rc5 3.Rb3 Rd5 4.Ra4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788920"/>
            <a:ext cx="5486400" cy="3337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El cuadrado del peón f no deja al rey negro defender su peón alejado.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7 · Ajedrez Integral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89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89 · El peón pasado defendido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Peón pasado en sexta fila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27D98"/>
                </a:solidFill>
                <a:latin typeface="Calibri"/>
              </a:rPr>
              <a:t>Juegan blancas   ·   Ganan blancas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1.Rd4 Rd6 2.Rc4 Re6 3.Rc5 Rd7 4.f7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785001"/>
            <a:ext cx="5486400" cy="334147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4.f7! cambia el peón pasado por los dos peones negros y el final resultante está ganado.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7 · Ajedrez Integral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Final 90 · El peón pasado alejado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El peón pasado alejado sirve para desviar al rey rival de la zona principal de batalla: se avanza, el rey enemigo tiene que ir a por él y el propio rey irrumpe por el otro lado.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10972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Estrategia típica: 1) avanzar el peón alejado; 2) el rey rival va a capturarlo; 3) el rey propio irrumpe y captura todo por el otro lado.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El peón debe estar alejado de la zona de batalla donde hay debilidades capturables, no simplemente lejos de los reyes.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7 · Ajedrez Integral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90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90 · El peón pasado alejado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El peón alejado desvía al rey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blancas   ·   Ganan blancas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1.h4 Re6 2.h5 Rf6 3.h6 Rg6 4.Rxe5 Rxh6 5.Rd5 Rg6 6.Rc5 Rf6 7.Rxb5 Re7 8.Rc6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945674"/>
            <a:ext cx="5486400" cy="318080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Mientras el rey negro va a por el peón h, el blanco come e5 y b5.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7 · Ajedrez Integral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Final 91 · Peón doblado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Un peón doblado en el lado donde su bando tiene mayoría es casi un peón de menos: no puede crear un peón pasado. En el lado sin mayoría cumple su papel defensor sin problemas.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10972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Peón doblado en el lado de la mayoría: prácticamente un peón de menos. Plan del rival: crear su pasado, atar al rey y capturar los peones del otro lado.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Peón doblado en el lado sin mayoría: defiende sin problemas, aunque su falta de flexibilidad hay que vigilarla.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7 · Ajedrez Integral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91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91 · Peón doblado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En el lado de la mayoría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blancas   ·   Ganan blancas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1.f5+ gxf5+ 2.gxf5+ Rf6 3.Rf4 Rf7 4.Re5 Re7 5.f6+ Rf7 6.Rf5 Re8 7.Re6 Rf8 8.Rd6 Rf7 9.Rc7 Rxf6 10.Rxb7 Re7 11.Rb6 Rd8 12.Rxb5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3141617"/>
            <a:ext cx="5486400" cy="298486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Las negras no pueden crear un pasado con sus peones b. Tras crear el suyo, el rey blanco ata al rival y luego va por los peones del otro lado (3.Rd5? sería precipitado).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7 · Ajedrez Integral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91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91 · Peón doblado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En el lado sin mayoría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27D98"/>
                </a:solidFill>
                <a:latin typeface="Calibri"/>
              </a:rPr>
              <a:t>Juegan blancas   ·   Tablas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1.Rd4 Rd6 2.g5 f5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718380"/>
            <a:ext cx="5486400" cy="34080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Tablas juegue quien juegue: contra g5 sólo sirve ...f5! (no ...fxg5? por la posición dominante del rey blanco).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7 · Ajedrez Integral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Final 92 · Rupturas lejos del rey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Con muchos peones móviles y los reyes lejos, hay que vigilar las rupturas que permiten coronar a uno aunque cuesten varios otros. No hay regla general: basta con revisar todas las rupturas posibles.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10972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Vigilar siempre las rupturas de peones cuando los reyes están lejos; el rey no llega a tiempo a frenar un peón pasado creado por sorpresa.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Una pareja de peones aparentemente inocente puede ganar avanzando primero el peón de la columna que tiene rival.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7 · Ajedrez Integral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92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92 · Rupturas lejos del rey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La ruptura clásica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blancas   ·   Ganan blancas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1.b6 axb6 2.c6 bxc6 3.a6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745812"/>
            <a:ext cx="5486400" cy="33806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Capturen como capturen las negras, un peón blanco llega a octava. Con negras al mover, 1...b6! evita todas las rupturas.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7 · Ajedrez Integral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92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92 · Rupturas lejos del rey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Una pareja de peones inocente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27D98"/>
                </a:solidFill>
                <a:latin typeface="Calibri"/>
              </a:rPr>
              <a:t>Juegan blancas   ·   Ganan blancas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1.h6 Re6 2.g6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702705"/>
            <a:ext cx="5486400" cy="342377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Esta inocente pareja se ha cobrado muchas víctimas, entre ellas Capablanca. 1.h6! y el rey negro no puede parar el futuro peón pasado.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7 · Ajedrez Integral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Para practicar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Busca la ruptura en las posiciones del Final 92 y cuenta las jugadas hasta la coronación.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En la página del curso cada posición se puede jugar contra el motor (Stockfish) al nivel que elijas; la hoja de ejercicios en PDF reúne las posiciones de esta lección para resolver sin tablero.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063240"/>
            <a:ext cx="10972800" cy="3154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Recorre cada línea principal hasta entender el porqué de cada jugada.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Practica primero las posiciones clave, después las demás.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Anota las reglas de cada final con tus palabras.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7 · Ajedrez Integral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