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Nikolić – Van der Wiel: el peón débil de f4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Predrag Nikolić contra John van der Wiel, Olimpiada de Novi Sad, 1990. Atacar una debilidad con el rey.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Nikolić – Van der Wiel: el peón débil de f4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Predrag Nikolić, conocido por su juego posicional, gana un peón en el medio juego y lleva la partida a un final de torres y alfiles. Ahí su rey se acerca a los peones negros, la torre se activa y el peón de f4 de las negras termina cayendo.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Nikolić – Van der Wiel: el peón débil de f4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(Defensa India de Dama; ganan las blancas). En los momentos clave el visor te pide que encuentres la jugada antes de verla: todas están comprobadas con Stockfish, y en cada una la jugada de la partida es la mejor por al menos medio peón. Lo que hay que llevarse: El rey es la mejor pieza para atacar peones en el final. Con más actividad, un peón de ventaja crece hasta ser decisivo. Las torres activas obligan a las del rival a defender.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finales, marca qué peones rivales puede atacar tu rey. Antes de cambiar torres, mira cuál de las dos está más activa.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