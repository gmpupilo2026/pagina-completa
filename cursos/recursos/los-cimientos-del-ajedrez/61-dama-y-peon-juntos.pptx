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Dama y peón juntos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avanzado cerca del rey rival es el mejor aliado de la dama. Aprende los mates y amenazas que salen de esta pareja.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peón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que llega a f6, g6 o h6 frente al enroque rival, o a f3, g3 o h3 frente al blanco, se convierte en una cuña muy molesta: quita casillas al rey y sirve de apoyo para que la dama entre. Con un peón en f6, por ejemplo, la dama que llega a g7 o a h8 suele dar mate. Lo mismo pasa con un peón en séptima que amenaza coronar: la dama lo apoya y el rival tiene que ocuparse de los dos a la vez.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peón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 son un peón tuyo clavado en el campo rival, sobre todo uno que el enemigo ya no puede capturar con facilidad, y una ruta para que tu dama llegue a las casillas que ese peón protege. Si el rey rival tiene pocas casillas y una de ellas está cubierta por tu peón, busca dónde puede aterrizar la dama. También vale la pena mirar si la dama puede apoyar la coronación del peón con jaques.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peón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técnica más común es llevar la dama a la casilla que defiende el peón, a veces sacrificando antes una pieza para abrir paso. Un peón avanzado a veces vale más que una pieza, y por eso entregar material para mantenerlo puede ser correcto. El error típico del defensor es dejar que el peón se instale; el del atacante, olvidar que si el peón cae, el ataque entero se desmorona. Protégelo antes de lanzar la dama.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Coloca un rey enrocado, un peón rival en f6 y una dama rival. Busca todas las casillas desde donde la dama da mate con apoyo del peón, y luego qué defensas tiene el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