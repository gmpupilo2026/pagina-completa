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 coordinación de las piezas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Al ataque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ataque al rey no se improvisa: necesita motivos, piezas cerca y líneas abiertas. Aprende cuándo lanzarlo y cómo sostenerlo.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 ataque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Atacar al rey es tentador, pero un ataque sin fundamento solo debilita tu propia posición. Para que funcione hacen falta motivos: más piezas tuyas que defensoras cerca del rey rival, peones del enroque debilitados, una línea abierta o fácil de abrir, o un centro cerrado que impida al rival contraatacar por ahí. Si no se cumplen al menos dos de estas condiciones, lo más probable es que el ataque se estrelle.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 ataque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Antes de lanzarte, cuenta: cuántas de tus piezas pueden llegar al flanco del rey en dos o tres jugadas y cuántas del rival pueden defenderlo. Mira si el centro está cerrado o estable, porque un centro abierto permite al rival contraatacar justo cuando tus piezas están lejos. Busca también las palancas: un peón que puedas avanzar para abrir una columna, como g4-g5 o h4-h5 si los reyes están enrocados en lados opuestos.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 ataque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vez decidido, el ataque necesita velocidad y todas las piezas posibles: un ataque con dos piezas casi nunca rompe una defensa con tres. Trae primero las piezas que están lejos y luego abre las líneas. El error típico es el ataque a medias: avanzar peones del enroque propio, no traer refuerzos y quedarse con una posición rota cuando el rival se defiende. Si no vas a llegar hasta el final, mejor no empezar.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Antes de tu próximo ataque en una partida lenta, cuenta en voz baja las piezas atacantes y defensoras y comprueba si el centro está cerrado. Después de la partida, revisa si la cuenta fue correcta.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