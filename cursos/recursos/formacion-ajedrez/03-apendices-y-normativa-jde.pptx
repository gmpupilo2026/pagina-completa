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Modalidades, normativa y sistemas de torneo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Apéndices de las Leyes de Ajedrez y normativa de los Juegos Deportivos Estudiantiles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Ajedrez rápido y relámpago, sistemas de desempate y normativa vigente de los Juegos Deportivos Estudiantiles.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Apéndices de las Leyes de Ajedrez y normativa de los Juegos Deportivos Estudiantiles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Apéndices de las Leyes de Ajedrez: ajedrez rápido y relámpago.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Apéndices de las Leyes de Ajedrez y normativa de los Juegos Deportivos Estudiantiles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Sistemas de desempate (Buchholz, Sonneborn-Berger, enfrentamiento directo, entre otros).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Apéndices de las Leyes de Ajedrez y normativa de los Juegos Deportivos Estudiantiles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Normativa vigente de los Juegos Deportivos Estudiantiles: categorías, requisitos y procedimientos.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CÁLCULO DE DESEMPATES DE UN TORNEO SIMULADO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Con los resultados de un torneo simulado de 8 jugadores, cada participante calcula la tabla final aplicando Buchholz y Sonneborn-Berger.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