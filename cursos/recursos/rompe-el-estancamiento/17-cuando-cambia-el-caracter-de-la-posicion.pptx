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17</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4 · Cambios y transformaciones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Cuando cambia el carácter de la posición</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posición tranquila puede volverse táctica en una jugada. Reconocer ese momento cambia cómo hay que pensar.</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Cuando cambia el carácter de la posición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No se piensa igual en una posición cerrada y maniobrera que en una abierta, llena de piezas activas y reyes expuestos. En la primera se buscan planes y se puede jugar con calma; en la segunda cada jugada se calcula, porque un descuido se castiga enseguida. El problema es que la partida pasa de una a otra, a veces en una sola jugada.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Cuando cambia el carácter de la posición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ruptura, un sacrificio o un cambio en el centro pueden convertir una posición posicional en una táctica. El jugador que no lo nota sigue jugando «de memoria», con jugadas de maniobra, cuando ya hacía falta calcular. Y al revés: después de una tormenta táctica, la posición se calma y quien sigue buscando golpes que ya no existen pierde el tiempo y empeora su posición.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Cuando cambia el carácter de la posición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buen hábito es preguntarse, después de cada jugada del rival que abra líneas o cambie material: «¿la posición sigue siendo del mismo tipo?». Si la respuesta es no, cambia de modo de pensar: de plan a cálculo, o de cálculo a plan.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una partida tuya que se volvió táctica, busca la jugada exacta en que cambió el carácter de la posición. Mira si tus jugadas de antes y de después se adaptaron, o si seguiste pensando igual.</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