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del curso Cálculo y Visualización. Cómo elegir qué líneas vale la pena calcular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Fundamentos de cálculo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Jugadas candidatas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elegir qué líneas vale la pena calcular primero.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Jugadas candidatas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calcular en profundidad, identifica entre 2 y 4 jugadas candidatas razonables (no más).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superficialmente 6 opciones distintas suele ser peor que calcular a fondo las 2 o 3 más prometedoras.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partida, antes de mover, di en voz alta tus jugadas candidatas antes de decidir cuál calcular primero.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Jugadas candidatas — Cálculo y Visualización</dc:title>
  <dc:subject>Jugadas candidatas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