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Alfiles y caballos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alfil malo: cambiarlo o usarlo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alfil encerrado por sus propios peones es candidato a cambio. Pero a veces es el que defiende lo que importa.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malo: cambiarlo o usarlo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Se llama alfil malo al que tiene sus propios peones fijos en casillas de su mismo color: los peones le tapan las diagonales y él queda reducido a defenderlos. La recomendación clásica es cambiarlo por el alfil bueno del rival, o por un caballo activo, y quedarse con una pieza que trabaje.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malo: cambiarlo o usarlo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recomendación es buena, pero no automática. Un alfil malo que defiende peones débiles es, justamente por eso, una pieza útil: si lo cambias, los peones que cuidaba pueden quedar sin defensa. Y un alfil malo puede volverse bueno si los peones cambian de casilla o si sale por delante de ellos, fuera de la cadena.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malo: cambiarlo o usarlo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pregunta, otra vez, es qué hace la pieza. Si el alfil solo mira peones propios y no defiende nada esencial, búscale un cambio. Si es el que sostiene tu estructura, antes de cambiarlo asegúrate de que lo que queda sin él aguanta.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tus partidas una posición con un alfil que llamarías malo. Escribe qué defendía y qué pasaba si se cambiaba. Comprueba con el motor si tu juicio coincide con la evaluación.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