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¿CAMBIO O NO CAMBIO?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5 · Defenderse con los cambios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Defender sin cambiar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No siempre el cambio salva. A veces la única defensa es una jugada que deja todo como está.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Defender sin cambiar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regla de que el defensor busca cambios tiene sus trampas. Hay cambios que abren una columna para las torres rivales, que dejan un peón débil o que llevan a un final perdido. En esas posiciones la defensa correcta no simplifica: refuerza, tapa o espera.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Defender sin cambiar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señal para desconfiar de un cambio defensivo es que te alivia ahora pero te deja peor después. Mira la posición que queda: si tus peones son más débiles, si el rey rival entra o si las piezas que quedan del rival son mejores que las tuyas, el cambio no era la salvación.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Defender sin cambiar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jugadas defensivas que no cambian nada son de las más difíciles de encontrar, porque no se ven como jugadas. Pero muchas veces son las únicas.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Busca en tus partidas un cambio que hiciste para defenderte y que terminó mal. Analiza qué otra jugada tenías.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¿Cambio o no cambio? · Lección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