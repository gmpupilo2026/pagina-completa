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7 del curso Aperturas y Defensas. Contragolpe en el flanco de rey tras ceder el centro.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APERTURAS Y DEFENSAS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Aperturas de peón dama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India de Rey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Contragolpe en el flanco de rey tras ceder el centro.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India de Rey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1.d4 Nf6 2.c4 g6 3.Nc3 Bg7 4.e4 d6: negras cede el centro completo a cambio de atacarlo más adelante con ...e5 o ...c5, y prepara un ataque directo al rey blanco con ...f5 en muchas líneas.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apertura de gran riesgo y gran recompensa: si el ataque de negras no llega a tiempo, el centro de blancas puede decidir la partida sin necesidad de atacar.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juega esta defensa contra Oscar y observa en qué momento el motor decide romper el centro.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y Defensas · Lección 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Defensa India de Rey — Aperturas y Defensas</dc:title>
  <dc:subject>Defensa India de Rey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