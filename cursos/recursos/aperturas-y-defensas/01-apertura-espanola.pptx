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Lección 1 del curso Aperturas y Defensas. Ideas y plan de blancas en la apertura más estudiada de la historia.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33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>
              <a:alpha val="7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 INTEGRAL  ·  APERTURAS Y DEFENSAS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Aperturas de peón rey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Española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y plan de blancas en la apertura más estudiada de la historia.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7D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ajedrez-integral.com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♟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DE9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 CLAVE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Apertura Española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97680"/>
          </a:xfrm>
          <a:prstGeom prst="rect">
            <a:avLst>
              <a:gd name="adj" fmla="val 2553"/>
            </a:avLst>
          </a:prstGeom>
          <a:solidFill>
            <a:srgbClr val="F0F4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1.e4 e5 2.Nf3 Nc6 3.Bb5 clava (indirectamente) al caballo c6 contra el rey y prepara enrocar rápido.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típico de blancas es c3 y d4 para construir un centro amplio, mientras negras suele responder con 3...a6 (variante abierta o cerrada según cómo sigan blancas).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334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apertura más jugada en la historia de los campeonatos mundiales porque ofrece a las blancas una ventaja de espacio duradera sin comprometer la seguridad del rey.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43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A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PRACTICAR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juega 5 partidas con blancas usando solo esta apertura contra Oscar en el Tablero.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Aperturas y Defensas · Lección 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Ajedrez Integral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Apertura Española — Aperturas y Defensas</dc:title>
  <dc:subject>Apertura Española</dc:subject>
  <dc:creator>Ajedrez Integral</dc:creator>
  <cp:lastModifiedBy>Ajedrez Integral</cp:lastModifiedBy>
  <cp:revision>1</cp:revision>
  <dcterms:created xsi:type="dcterms:W3CDTF">2026-09-10T06:21:03Z</dcterms:created>
  <dcterms:modified xsi:type="dcterms:W3CDTF">2026-09-10T06:21:03Z</dcterms:modified>
</cp:coreProperties>
</file>