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Andersson – Potkin: la pieza activa manda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Ulf Andersson contra Vladimir Potkin, Estambul, 2003. Piezas activas contra piezas pasivas.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Andersson – Potkin: la pieza activa manda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Catalana tranquila, con el material igualado durante casi toda la partida. Ulf Andersson no busca ningún golpe: cambia lo que le conviene, deja a su caballo en la casilla d3, desde donde cuida y ataca a la vez, y gana un peón del flanco de dama que queda pasado. Después viene la parte más instructiva: un final largo de torre y caballo en el que las blancas mejoran de a poco, repiten jugadas para ganar tiempo en el reloj y empujan el peón pasado cuando el rival ya no puede hacer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Andersson – Potkin: la pieza activa manda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(Apertura Catalana; ganan las blancas). En los momentos clave el visor te pide que encuentres la jugada antes de verla: todas están comprobadas con Stockfish, y en cada una la jugada de la partida es la mejor por al menos medio peón. Lo que hay que llevarse: Con el material igual, la diferencia la hace qué piezas trabajan y cuáles solo defienden. Un peón pasado en el flanco de dama, lejos de los reyes, vale cada vez más a medida que se cambian piezas. En un final ganado no hay apuro: se puede repetir jugadas para ordenar las ideas antes del paso decisivo.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Antes de cambiar piezas, pregúntate cuál queda activa y cuál pasiva después del cambio. Cuando tengas un peón pasado lejos de los reyes, lleva tu torre a apoyarlo y tu rey al centro.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