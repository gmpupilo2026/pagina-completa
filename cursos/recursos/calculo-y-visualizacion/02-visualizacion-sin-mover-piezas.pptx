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 del curso Cálculo y Visualización. Ejercicios progresivos para ver posiciones futuras en tu 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Fundamentos de cálculo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sin mover piezas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progresivos para ver posiciones futuras en tu mente.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sin mover piezas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visualizando solo una jugada por adelantado, sin tocar las piezas; luego dos, luego tres.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es no tener prisa: es preferible visualizar 2 jugadas con precisión total que 5 jugadas con dudas sobre dónde queda cada pieza.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una posición sencilla, cierra los ojos y anuncia en voz alta la posición resultante tras 3 jugadas específicas.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Visualización sin mover piezas — Cálculo y Visualización</dc:title>
  <dc:subject>Visualización sin mover piezas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