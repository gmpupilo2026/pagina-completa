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12 del curso Finales Prácticos. La técnica para detener un peón a un paso de coronar.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Dama y consolidación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dama contra peón coronando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técnica para detener un peón a un paso de coronar.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dama contra peón coronando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dama sola puede detener casi cualquier peón a punto de coronar, salvo los peones de torre y alfil en ciertas posiciones donde el rey defensor está muy cerca.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técnica consiste en dar jaques que acerquen progresivamente al propio rey mientras se evita el ahogado.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 deteniendo un peón de columna central y luego uno de columna de torre, y compara la dificultad.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Finales de dama contra peón coronando — Finales Prácticos</dc:title>
  <dc:subject>Finales de dama contra peón coronando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