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7 del curso Estrategia y Táctica. Los patrones combinativos más comunes en torneo.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Cálculo y combinaciones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Combinaciones de dos y tres jugadas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patrones combinativos más comunes en torneo.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Combinaciones de dos y tres jugadas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combinaciones prácticas no superan las 3 jugadas: una jugada forzada (jaque, captura o amenaza de mate), la respuesta obligada del rival, y el golpe final que gana material o da mate.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el reconocimiento de patrones cortos es más rentable que memorizar combinaciones largas y raras.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resuelve 15 problemas cortos (2-3 jugadas) en la Base de Problemas antes de intentar los más largos.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Combinaciones de dos y tres jugadas — Estrategia y Táctica</dc:title>
  <dc:subject>Combinaciones de dos y tres jugadas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