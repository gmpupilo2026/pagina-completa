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Ver lo que no se ve</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Las ventajas que no se ven</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ventaja no es solo un peón de más: también lo es una pieza mejor, una casilla, un tiempo o un rey más cerca del centro.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ventajas que no se ven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se pregunta quién está mejor, casi todos cuentan material. Si el material está igual, la respuesta suele ser «está pareja», y la partida sigue sin rumbo. Pero entre dos posiciones con el mismo material puede haber una diferencia enorme: un alfil que muerde contra uno que choca con sus propios peones, una torre en la columna abierta contra una que mira una pared, un caballo instalado en una casilla de la que nadie lo puede echar.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ventajas que no se ven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Esas diferencias no ganan solas y por eso cuesta verlas: ninguna amenaza nada en este momento. Su valor aparece después, cuando las piezas se cambian, cuando el final llega, cuando el rival tiene que elegir qué defender. Un jugador que solo ve el material se entera de que estaba peor cuando ya no hay remedio; uno que ve las ventajas pequeñas sabe desde antes hacia dónde llevar la partida.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ventajas que no se ven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empezar a verlas basta con una lista corta en cada posición tranquila: ¿qué pieza de cada bando está peor?, ¿hay alguna casilla que un bando pueda ocupar y el otro no pueda disputar?, ¿quién tiene peones débiles?, ¿qué rey estaría mejor en un final? Si en todas las respuestas sale el mismo bando, ese bando tiene la ventaja, aunque el material esté igual.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Toma tres partidas tuyas que terminaron en tablas o que perdiste sin ver por qué. En la jugada 20 de cada una, responde las cuatro preguntas de la lección. ¿Alguno de los dos bandos tenía ya una ventaja pequeña que nadie aprovechó?</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