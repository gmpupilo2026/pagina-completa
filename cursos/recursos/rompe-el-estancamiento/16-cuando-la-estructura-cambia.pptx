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y transformaciones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Cuando la estructura cambia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cambio de peones transforma la partida entera: abre columnas, crea debilidades nuevas y cambia qué piezas son buenas.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la estructura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peones son lo más permanente del tablero: no vuelven atrás. Por eso un cambio de peones, una ruptura o un avance cambian la partida mucho más que un cambio de piezas. Después de una ruptura central, el alfil que era malo puede pasar a ser bueno, la columna cerrada se abre y el rey que estaba seguro deja de estarlo.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la estructura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frecuente es empujar o cambiar peones sin pensar en la nueva estructura. Se juega …d5 «para liberarse», se cambian los peones, y lo que queda es un peón aislado que el rival va a atacar durante cuarenta jugadas. O se avanza en el flanco de rey para atacar, y cuando el ataque se corta quedan agujeros que ya no se pueden tapar.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la estructura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cualquier jugada de peón, haz el ejercicio de imaginar la estructura después: qué casillas quedan débiles, qué columnas se abren, qué peones quedan aislados o pasados. Y luego pregúntate a cuál de los dos le sirve esa estructura nueva. Muchas veces el rival estaba esperando justamente esa ruptura.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tres partidas y marca la primera ruptura de peones de cada una. Dibuja la estructura de antes y la de después, y escribe a quién favorecía el cambio. Compara con el resultado de la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