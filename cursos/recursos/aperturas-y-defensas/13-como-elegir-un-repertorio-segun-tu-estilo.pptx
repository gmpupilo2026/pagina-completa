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Lección 13 del curso Aperturas y Defensas. Aperturas posicionales vs. tácticas: qué te conviene más.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F33"/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>
              <a:alpha val="7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A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AJEDREZ INTEGRAL  ·  APERTURAS Y DEFENSAS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4 · Cómo construir tu repertorio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Cómo elegir un repertorio según tu estilo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Aperturas posicionales vs. tácticas: qué te conviene más.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27D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ajedrez-integral.com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A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♟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DE9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CONCEPTO CLAVE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Cómo elegir un repertorio según tu estilo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1965960"/>
            <a:ext cx="11064240" cy="4297680"/>
          </a:xfrm>
          <a:prstGeom prst="rect">
            <a:avLst>
              <a:gd name="adj" fmla="val 2553"/>
            </a:avLst>
          </a:prstGeom>
          <a:solidFill>
            <a:srgbClr val="F0F4F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600" dirty="0">
                <a:solidFill>
                  <a:srgbClr val="334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existe una "mejor" apertura universal.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600" dirty="0">
                <a:solidFill>
                  <a:srgbClr val="334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disfrutas el cálculo y las posiciones abiertas, un repertorio basado en 1.e4 con líneas afiladas (Italiana, Gambito Evans) te sentará mejor.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600" dirty="0">
                <a:solidFill>
                  <a:srgbClr val="334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prefieres la planificación a largo plazo, 1.d4 o 1.Nf3 con estructuras sólidas encajan más con tu estilo.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02A43"/>
          </a:solidFill>
          <a:ln/>
        </p:spPr>
      </p:sp>
      <p:sp>
        <p:nvSpPr>
          <p:cNvPr id="3" name="Shape 1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>
              <a:alpha val="8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A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PRACTICAR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elige 2 aperturas de este curso que se ajusten a tu estilo y júgalas exclusivamente durante 10 partidas.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Aperturas y Defensas · Lección 13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Ajedrez Integral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Cómo elegir un repertorio según tu estilo — Aperturas y Defensas</dc:title>
  <dc:subject>Cómo elegir un repertorio según tu estilo</dc:subject>
  <dc:creator>Ajedrez Integral</dc:creator>
  <cp:lastModifiedBy>Ajedrez Integral</cp:lastModifiedBy>
  <cp:revision>1</cp:revision>
  <dcterms:created xsi:type="dcterms:W3CDTF">2026-09-10T06:21:03Z</dcterms:created>
  <dcterms:modified xsi:type="dcterms:W3CDTF">2026-09-10T06:21:03Z</dcterms:modified>
</cp:coreProperties>
</file>