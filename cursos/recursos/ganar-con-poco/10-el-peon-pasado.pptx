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peón pasado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pasado es una ventaja que crece sola: cuantas más piezas se cambian, más vale.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pasado es el que no tiene peones rivales delante ni en las columnas de al lado: ningún peón lo puede frenar, y solo las piezas rivales pueden impedir que corone. Mientras hay muchas piezas en el tablero es una ventaja pequeña; a medida que se cambian, se vuelve la ventaja más grande que hay.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Por eso el bando con el peón pasado quiere cambiar piezas, y el otro quiere mantenerlas: cada cambio deja menos defensores para frenarlo. Un peón pasado también ata a una pieza rival a vigilarlo, y esa pieza deja de hacer otra cosa. Aunque no avance, el peón pasado ya está trabajando.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una frase vieja del ajedrez que sigue siendo verdad: los peones pasados hay que empujarlos. No a ciegas, pero sí con la idea clara de que cada paso adelante obliga al rival a dedicarle más fuerzas, y de que un peón pasado frenado a tiempo en su casilla de bloqueo vale mucho menos.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partidas, cada vez que aparezca un peón pasado (tuyo o rival), anota qué pieza lo frena. ¿Se cambió esa pieza? ¿Quién ganó el final?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