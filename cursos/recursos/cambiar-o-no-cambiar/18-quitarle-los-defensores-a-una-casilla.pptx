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Cambios paradójicos y técnica moderna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Quitarle los defensores a una casilla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Para ocupar una casilla fuerte, primero se cambian las piezas rivales que podían cubrirla.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Quitarle los defensores a una casilla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casilla fuerte —un hueco en la estructura rival— solo vale si tu pieza puede llegar y quedarse. Si el rival tiene piezas que la vigilan, el camino pasa por cambiarlas, aunque eso cueste la pareja de alfiles o un tiempo.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Quitarle los defensores a una casilla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orden suele ser: primero se cambian las piezas menores que cubren la casilla, después se lleva el caballo propio, y al final el rival se queda con piezas que no pueden discutirla.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Quitarle los defensores a una casilla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Rafael Leitão, contra Zhang Zhong, cambió todas las piezas menores negras que podían controlar d5 y dejó al rival solo con su alfil malo. Cuando las negras quisieron cambiar ese alfil, Leitão dio un peón para impedirlo y asentar su caballo en d5. Los ejercicios 14 y 22 del curso tienen la misma idea.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la próxima partida donde veas un hueco en la estructura rival, cuenta las piezas del rival que lo pueden cubrir. Ese número es la cantidad de cambios que te faltan.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