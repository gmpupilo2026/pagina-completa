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3: Pieza contra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8
Caballo contra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10 a 15 · 10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Detener un peón con el caballo: los circuitos del caballo, el peón de torre en sexta y en séptima y la casilla tonta.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caballo detiene a cualquier peón si llega a la casilla de coronación o a su circuito; contra el peón de torre en séptima hay que calcular.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10 · Caballo contra peón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11 · El peón de caballo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12 · El peón de torre en sexta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13 · El peón de torre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14 · El rey y el caballo dan mate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15 · La casilla tonta del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10 · Caballo contra peón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caballo solo puede frenar a un peón que ya está en séptima si consigue ponerse delante de él o controlar la casilla de coronación desde la misma fila del peón ("de lado"). Conocer estos circuitos permite calcular liquidaciones con rapidez.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un peón de las cuatro columnas centrales en séptima: si el caballo se sitúa delante, es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no puede ponerse delante, debe controlar la casilla de coronación "de lado", desde la fila del peón: también es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no puede ni ponerse delante ni controlar la coronación de lado,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caballo delante del peón maniobra por los dos lados; el rey rival no logra expulsarlo.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10 · Caballo contra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se pone delante del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1.Cd1 Rc2 2.Cf2 Rc3 3.Ra6 Rd4 4.Rb5 Re3 5.Cd1+ Re2 6.Cb2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1.Cd1 es única y suficiente: delante del peón el caballo tiene salidas por ambos lados. Cuando el rey negro lo ataca, salta al otro lado y todo vuelve a empezar.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10 · Caballo contra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Controlar la coronación "de lado"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1.Ce2+ Rd2 2.Cd4 c1=D 3.Cb3+ Rd1 4.Cxc1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va a la segunda fila, la del peón, y accede a dos circuitos: e2-c3-a2 (detener) y e2-d4-b3-c1 (capturar). 1.Cd3+?? Rd2! expulsa al caballo del circuito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11 · El peón de caballo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caballo la banda estorba al caballo: sólo hay tablas si el caballo consigue ponerse delante del peón. Controlarlo de lado ya no basta.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caballo en séptima: si el caballo se coloca delante, tablas; si no puede,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del peón debe avanzarlo enseguida a séptima si el caballo aún no está delante; perder tiempo con el rey deja que el caballo llegue.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11 · El peón de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no tiene casilla buena al otro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1...b2 2.Cd2+ Rc1 3.Cb3+ Rd1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1488"/>
            <a:ext cx="5486400" cy="3364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1...b2! y el caballo no puede ponerse delante. 1...Rc2? permitiría 2.Cd6! seguido de Ce4-d2-b1 y tablas. Tras 2.Cd2+ Rc1! el caballo no tiene la casilla de control que sí tenía con el peón central.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12 · El peón de torre en sexta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torre es el más peligroso contra el caballo. En sexta las tablas dependen de encontrar el circuito correcto: g4-e3-f1-h2 para el rincón h1.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en sexta: tablas si el caballo se pone delante. Si sólo controla la casilla de avance, debe hacerlo desde el circuito correcto (g4-e3-f1-h2 para h1), no desde f3.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 caballo lejano que llega con jaques puede salvar, y uno cercano en la casilla equivocada puede perder: importa el circuito, no la distancia.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12 · El peón de torre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circuito correcto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1.Cg4+ Rg3 2.Ce3 Rf3 3.Cf1 Rf2 4.Ch2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2838"/>
            <a:ext cx="5486400" cy="3333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1.Cg4+ entra en el circuito g4-e3-f1-h2 y el rey blanco nunca lo expulsa. 1.Cf3+? Rg2 2.Ch4+ Rf2 y el caballo sale del circuito malo perdiendo el peón de vista.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13 · El peón de torre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Contra el peón de torre en séptima el caballo solo no basta: el rey rival siempre lo desaloja. Pero el caballo levanta barreras que retrasan al rey enemigo mientras llega el rey propio.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caballo solo no detiene al peón de torre en séptima, pero construye barreras (casillas que el rey rival no puede cruzar sin dejar de defender el peón).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parte sólida de la barrera tiene forma de L; el rey rival debe rodearla y eso da tiempo al rey defensor para acercarse.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e4 el caballo puede elegir entre dos barreras (f2 o g3) según dónde esté el rey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1.Cg3 h2 2.Rb7 Rd4 3.Rc6 Re5 4.Rc5 Rf4 5.Ch1 Rf3 6.Rd4 Rg2 7.Re3 Rxh1 8.Rf2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45674"/>
            <a:ext cx="5486400" cy="3180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Parece perdido con el rey blanco tan lejos, pero el caballo en g3 crea una barrera (d2-e2-e3-e4) que el rey negro no puede cruzar. Rodearla le lleva tantas jugadas que el rey blanco llega a f2.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las casillas de la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1...Rd4 2.Rc6 Re5 3.Rc5 Rf4 4.Ch1 Rf3 5.Rd4 Rg2 6.Re3 Rxh1 7.Rf2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casillas marcadas forman la barrera. Por el otro lado, 1...Rc2 2.Rc6 Rd1 3.Rd5 Re1 4.Re4 Rf2 5.Rf4 también es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otra barrera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1...Rc2 2.Cg3 Rd1 3.Rd6 Re1 4.Re5 Rf2 5.Rf4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Desde e4 el caballo elige la barrera según la posición del rey. Contra 1...Rd4 lo correcto es 2.Cf2! (barrera e5-e4-e3-d3), no 2.Cg3? Re5! y el rey blanco no llega.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13 · El peón de torre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barrera en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1...Rc3 2.Rd6 Rd2 3.Re5 Re2 4.Ch1 Rf3 5.Rd4 Rg2 6.Re3 Rxh1 7.Rf2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1...Rd4 2.Cf2 el rey negro tiene que rodear la L (e5, e4, e3, d3) y el rey blanco llega justo a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14 · El rey y el caballo dan 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Una excepción a favor del caballo: si el rey del peón queda atascado delante de su propio peón de torre en el rincón, rey y caballo pueden dar 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atascado delante de su peón de torre en sexta o séptima, con el rey rival cerca: puede haber mate de caballo. Sirve sobre todo para no caer en esa posición.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14 · El rey y el caballo dan 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Mate con el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1.Cc1 a2 2.Cb3#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1.Cc1 deja al negro con una sola jugada legal y el caballo remata.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15 · La casilla tonta del caballo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segunda casilla de la gran diagonal (b7, g7, b2, g2) es la casilla tonta del caballo: desde ahí ni para al peón ni deja que su rey lo haga.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 caballo en b7/g7/b2/g2 tiene una movilidad tan pobre que un simple peón puede ganarle.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15 · La casilla tonta del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estorba a su propio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1.a6 Rc8 2.a7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en b7 no controla a8 ni deja pasar al rey: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en séptima, juega contra el motor cinco veces desde posiciones distintas del rey.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8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