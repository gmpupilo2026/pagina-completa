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Defenderse con los cambios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Una pieza encerrada vale menos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valor de una pieza lo da lo que puede hacer. Una pieza sin casillas vale lo que el rival quiera pagar por ella.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Una pieza encerrada vale menos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torre vale cinco puntos cuando tiene columnas; encerrada detrás de sus peones vale mucho menos. Un alfil vale tres cuando tiene diagonales; atrapado en una esquina, puede perderse por un peón. El valor en puntos es un promedio: el valor real depende de las casillas que tiene la pieza.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Una pieza encerrada vale menos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Esto pesa en cada decisión de cambio. Si una pieza tuya quedó encerrada, cambiarla por una activa del rival es un buen negocio aunque el papel diga que perdiste material. Si una pieza rival quedó atrapada, no la cambies: es mejor ganarla, o dejarla ahí mirando cómo juegan las demás.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Una pieza encerrada vale menos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Y antes de llevar una pieza a una casilla lejana, pregúntate si tiene por dónde volver. Una pieza sin salida es una pieza que el rival te puede cobrar cuando quiera.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partidas, marca las piezas que en algún momento se quedaron con una o dos casillas. ¿Qué pasó con ellas después?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