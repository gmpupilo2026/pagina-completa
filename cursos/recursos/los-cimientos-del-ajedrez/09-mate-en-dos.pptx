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9</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Las primeras herramientas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Mate en dos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Para resolver un mate en dos hay que revisar todas las respuestas del rival, no solo la que uno espera. Aprende un método ordenado.</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Mate en dos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 mate en dos es el primer ejercicio de cálculo de verdad: tu jugada, la respuesta del rival y el mate. Lo difícil no es encontrar una buena primera jugada, sino comprobar que funciona contra todas las respuestas. Un mate en dos que falla contra una sola defensa no es un mate en dos. Por eso este tipo de ejercicio enseña a pensar en las jugadas del rival con el mismo cuidado que en las propias.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Mate en dos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Empieza por las jugadas más forzadas: los jaques, luego las capturas y luego las amenazas. Un jaque reduce las respuestas del rival a unas pocas y es más fácil de calcular. Pero a veces la clave es una jugada tranquila que no da jaque: quita una casilla de escape, aparta una pieza que estorbaba o prepara un mate que el rival no puede evitar. Si los jaques no funcionan, busca la jugada que deja al rey sin casillas.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Mate en dos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Cuando tengas una candidata, haz la lista de todas las respuestas del rival y busca el mate contra cada una. El error típico es encontrar un mate bonito contra la defensa más natural y no ver la otra, la que se escapa. Otro error es descartar la jugada tranquila porque no da jaque. En las partidas reales esto se traduce en una costumbre: antes de jugar algo forzado, pregúntate siempre «¿y qué más puede hacer el rival?».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Resuelve cinco ejercicios de mate en dos escribiendo, para cada uno, tu primera jugada y TODAS las respuestas del rival con su mate. No mires la solución hasta tener la lista completa.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