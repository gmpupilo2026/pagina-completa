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Los peones deciden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peón pasado hay que empujarlo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peón pasado avanzado obliga al rival a usar piezas para frenarlo. Cuanto más avanza, más vale.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peón pasado hay que empujarlo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peón pasado es el que no tiene peones rivales delante ni en las columnas vecinas: nada lo frena salvo las piezas. Por eso su valor crece con cada paso. En su casilla inicial es un peón más; en la sexta fila obliga al rival a vigilarlo con una pieza; en la séptima puede valer tanto como una torre.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peón pasado hay que empujarlo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regla vieja dice que los peones pasados hay que empujarlos, y tiene razón: un pasado quieto es un blanco, uno que avanza es una amenaza. El momento de empujar es cuando el avance gana un tiempo, desvía a un defensor o abre camino a otra pieza.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peón pasado hay que empujarlo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Muchas veces la jugada decisiva de un final o de un medio juego es justamente un avance de peón: tranquilo, sin jaque, pero imposible de frenar.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desde posiciones con un peón pasado en la sexta fila (una por ejemplo de tus partidas) contra un compañero o la computadora, primero con ese peón y después contra él. Anota qué piezas hicieron falta para frenarlo.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