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FORMACIÓN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Modalidades, normativa y sistemas de torneo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mbria"/>
              </a:rPr>
              <a:t>Apéndices de las Leyes de Ajedrez y normativa de los Juegos Deportivos Estudiantiles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Ajedrez rápido y relámpago, sistemas de desempate y normativa vigente de los Juegos Deportivos Estudiantiles.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1F33"/>
                </a:solidFill>
                <a:latin typeface="Cambria"/>
              </a:rPr>
              <a:t>Apéndices de las Leyes de Ajedrez y normativa de los Juegos Deportivos Estudiantiles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Clasificar un control de tiempo como clásico, rápido o relámpago con la fórmula de 60 jugadas.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Aplicar las diferencias de las rápidas y el relámpago, con y sin supervisión adecuada.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Calcular Buchholz, Buchholz con corte, Sonneborn-Berger y encuentro directo.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Ubicar en la normativa vigente de los JDE lo que el árbitro necesita antes de cada torneo.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CRONOGRAMA DE LA SESIÓN · 5 HORAS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8138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Tiempo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Duración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0:00 – 0:15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Repaso y revisión de la tarea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0:15 – 0:55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Ritmos de juego: los apéndices A y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0:55 – 1:35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Rápidas y relámpago en la sala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1:35 – 1:50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1:50 – 2:35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Sistemas de desempate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2:35 – 3:05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Normativa de los Juegos Deportivos Estudiantiles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3:05 – 3:20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3:20 – 4:10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50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Práctica: cálculo de desempates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4:10 – 4:40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Quiz de la sesión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4:40 – 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se clasifica un ritmo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Para clasificar un control de tiempo se supone una partida de 60 jugadas: se suma el tiempo base más 60 veces el incremento. Con 10 minutos o menos por jugador es relámpago; con más de 10 y menos de 60 es rápidas; con 60 o más es ritmo clásico.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3 min + 2 s: 3 + 2 = 5 minutos, relámpago.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15 min + 10 s: 15 + 10 = 25 minutos, rápidas.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90 min + 30 s: 90 + 30 = 120 minutos, clásico.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En rápidas y relámpago rigen las Leyes con los cambios que fijan sus apéndices.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apéndices A.1 y B.1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Rápidas y relámpago en la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En estos ritmos no es obligatorio anotar, salvo que el reglamento del evento lo exija; aun así, el jugador conserva sus reclamos. Las sanciones de tiempo de los art. 7 y 9 son de un minuto en lugar de 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Supervisión adecuada: un árbitro para pocas partidas, que puede ver cada mesa y registrar las partidas. Con ella rigen casi las mismas reglas que en ritmo clásico.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Sin supervisión adecuada, pasadas 10 jugadas de cada bando ya no se admiten reclamos por el tablero mal armado u orientado.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En relámpago sin supervisión, la caída de bandera la reclama el jugador deteniendo el reloj, siempre que su propio tiempo no se haya agotado.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El mate termina la partida al instante: si un jugador da mate y un instante después cae su bandera, gana quien dio mate.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apéndices A.2 a A.5 y B.3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Buchholz y sus cortes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El Buchholz suma los puntos finales de todos los rivales que enfrentó el jugador: mide la dureza de su recorrido. Es el desempate más usado en el sistema suizo. El Buchholz con corte 1 quita el resultado más bajo de esa suma, para que un rival que se hundió pese menos.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Ejemplo: los rivales de Ana terminaron con 3, 2½, 4, 1 y 2 puntos. Buchholz = 12½; con corte 1 (se quita el 1) = 11½.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Los rivales de Bruno terminaron con 3½, 3, 2, 2 y 2 puntos. Buchholz = 12½; con corte 1 (se quita un 2) = 10½.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Empatan en Buchholz, pero el corte 1 ordena primero a Ana.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El reglamento del torneo anuncia de antemano la lista de desempates y su orden.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Reglamento de desempates de la FIDE (Handbook C.07)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Sonneborn-Berger y encuentro directo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A1F33"/>
                </a:solidFill>
                <a:latin typeface="Calibri"/>
              </a:rPr>
              <a:t>El Sonneborn-Berger suma los puntos finales de los rivales a los que el jugador venció, más la mitad de los puntos de aquellos con quienes empató. Premia haberles ganado a los que terminaron arriba y es el desempate habitual en el sistema de todos contra todos. El encuentro directo ordena a los empatados según el resultado de sus partidas entre sí.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Si los empatados no se enfrentaron o el encuentro no define nada, se pasa al siguiente desempate de la lista.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Si se agota la lista y sigue el empate, se resuelve por sorteo, salvo que el reglamento diga otra cosa.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Si el reglamento no dice nada sobre cómo ordenar a los empatados, se usan desempates fuera del tablero, no una partida extra.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Reglamento de desempates de la FIDE (Handbook C.07)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normativa de los Juegos Deportivos Estudiantiles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Cada edición de los JDE publica su normativa, con reglas generales para todos los deportes y un apartado propio del ajedrez. Antes de cada torneo, quien arbitra debe leer la versión vigente y dejar anotado lo que va a aplicar en la sala. Cuando la normativa no dice algo, se aplican las Leyes de la FIDE.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Categorías, edades y ramas; requisitos y documentos de inscripción.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Modalidad (individual o por equipos), sistema de competencia y número de rondas.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Ritmo de juego y tiempo de incomparecencia.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Desempates y su orden.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Dispositivos electrónicos, conducta y sanciones propias del evento.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Reclamos y apelaciones: ante quién, en qué plazo y con qué requisitos.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Normativa vigente de los Juegos Deportivos Estudiantiles (edición del año en curso)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¿Rápidas o relámpago?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Un torneo escolar se anuncia a 5 minutos más 3 segundos por jugada.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¿Rápidas o relámpago?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5 + 60 × 3 s = 5 + 3 = 8 minutos: es relámpago, porque no pasa de 10 minutos.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apéndice B.1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Justo en el límite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Un torneo se anuncia a 45 minutos más 15 segundos.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Justo en el límite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45 + 15 = 60 minutos. Las rápidas son de más de 10 y menos de 60, así que este ritmo ya es clásico.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apéndice A.1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Mate y bandera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En relámpago, un estudiante da mate y, un instante después, cae su bandera.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Mate y bandera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Gana quien dio mate: el mate termina la partida en el momento en que se produce.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5.1.1 y apéndice B.3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PRÁCTICA — CÁLCULO DE DESEMPATES DE UN TORNEO SIMULADO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mbria"/>
              </a:rPr>
              <a:t>Con los resultados de un torneo simulado de 8 jugadores, cada participante calcula la tabla final aplicando Buchholz y Sonneborn-Berger.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1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Clasifica estos ritmos: a) 10 min sin incremento; b) 10 min + 5 s; c) 25 min + 10 s; d) 60 min sin incremento.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Torneo de todos contra todos con 6 jugadores (A a F). A: ½ con B, ganó a C, D y F, perdió con E. B: ½ con A, perdió con C, ganó a D, E y F. C: 3 puntos. D: 2½. E: 1½. F: 1. A y B terminan con 3½. ¿Quién queda primero por Sonneborn-Berger?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3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En un suizo a 5 rondas, los rivales de Carla terminaron con 4, 3, 3, 2 y ½ puntos, y los de Diego con 3½, 3, 3, 2½ y 1. Ambos tienen 4 puntos. Calcula Buchholz y Buchholz con corte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Ficha de lectura: con la normativa JDE vigente en la mano, anota para ajedrez la categoría, el ritmo, el sistema de competencia, los desempates en orden, el tiempo de incomparecencia y el plazo para presentar un reclamo.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QUIZ DE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1. ¿Cuál es el criterio de desempate que suma los puntajes finales de los rivales enfrentados?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2. ¿Qué distingue principalmente al ajedrez relámpago del ajedrez rápido?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3. ¿Cómo se clasifica un ritmo que tiene incremento?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4. ¿En qué tipo de torneo es habitual el Sonneborn-Berger?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5. Se agotó la lista de desempates y dos jugadores siguen empatados. ¿Qué corresponde?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6. En rápidas, ¿es obligatorio anotar las jugadas?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Cambria"/>
              </a:rPr>
              <a:t>Analizar un caso de inscripción o de categorización de una persona estudiante y determinar el procedimiento correcto según la normativa JDE vigente.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3 · ajedrez-integral.com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