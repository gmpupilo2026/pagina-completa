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La técnica en el final</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Finales de damas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En los finales de damas, primero se esconde el rey propio de los jaques; después se empuja el peón.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Finales de damas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finales de damas son los más largos y los más traicioneros: la dama rival puede dar jaques desde cualquier lado y, si el rey propio no tiene refugio, la partida termina en jaque perpetuo aunque tengas dos peones de más. Por eso la primera pregunta no es cómo avanzo el peón, sino dónde se esconde mi rey.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Finales de damas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técnica habitual es usar el peón pasado como escudo: el rey camina junto a él y se protege detrás, y cuando la dama rival se queda sin jaques, el peón avanza un paso más. Cada paso es lento, pero seguro. Apurar el peón sin cuidar al rey es la forma más común de tirar un final de damas ganado.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Finales de damas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estos finales también vale la centralización: una dama en el centro controla muchas casillas y corta los jaques rivales. Y como los cálculos son largos, conviene tener una regla simple: antes de mover el peón, revisa todos los jaques que tiene la dama rival.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contra la computadora un final de dama y peón contra dama, con el peón en la sexta fila. Anota cuántos jaques tuviste que esquivar antes de coronar.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