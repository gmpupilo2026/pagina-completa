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Del patrón al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El molino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 jaque a la descubierta que se repite: la torre da jaque, se aparta descubriendo otro jaque, come algo y vuelve. Aprende a armarlo y a cobrar lo más valioso.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molino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molino es una máquina de ganar material. Una torre (a veces la dama) da jaque al rey rival y, cuando el rey se mueve, la torre se aparta comiendo algo y descubre el jaque de otra pieza, casi siempre un alfil. El rey vuelve a moverse, la torre regresa con jaque, y la rueda gira otra vez. Mientras el rival tenga que atender un jaque en cada jugada, no puede defender nada: cada vuelta del molino se lleva una pieza o un peón.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molino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Las señales son bastante fijas. El rey rival está encerrado en un rincón y solo puede ir y venir entre dos casillas, por ejemplo g8 y h8. Tienes una pieza de largo alcance apuntando a una de esas casillas a través de la casilla donde jugará tu torre. Y tu torre puede dar jaque directo en una casilla vecina al rey sin que la capturen, porque el alfil o un peón la protege. Si ves un rey sin aire y una torre en la séptima con un alfil detrás, busca el molino antes que cualquier otra cosa.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molino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error típico es comer con ansia. El molino no se acaba solo: cada vuelta le da al rival una jugada de rey, y si en algún momento puede interponer una pieza, capturar la torre o dar él un jaque, la máquina se detiene. Por eso conviene empezar por las piezas que podrían romperlo —la que puede tapar la diagonal o atacar a tu torre— y dejar para el final los peones que no molestan. Antes de cada captura, comprueba que el jaque descubierto sigue siendo jaque.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Arma en el tablero una torre en g7, un alfil en la gran diagonal y el rey negro en h8 con varias piezas negras en la séptima fila. Gira el molino y decide en qué orden te conviene comer.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