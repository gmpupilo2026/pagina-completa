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60</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LOS CIMIENTOS DEL AJEDREZ</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3 · La coordinación de las piezas</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Alfil contra peones</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Un alfil puede frenar peones desde lejos, pero solo controla casillas de un color. Aprende cuándo los para y cuándo lo superan.</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Alfil contra peones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El alfil es buen defensor contra peones porque trabaja a distancia: desde una diagonal que cruza el camino del peón puede vigilar una casilla de paso sin acercarse. Contra un solo peón, el alfil lo detiene casi siempre si llega a tiempo a esa diagonal. El problema aparece con dos o más peones, porque el alfil solo controla casillas de un color y no puede estar en dos diagonales a la vez.</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Alfil contra peones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Fíjate en el color de las casillas por las que avanzan los peones. Si deben pasar por casillas del color del alfil, este puede frenarlos o atacarlos; si avanzan por casillas del otro color, no puede tocarlas. Dos peones pasados separados por varias columnas son muy difíciles de parar para un alfil solo, porque cada uno pide una diagonal distinta. Dos peones unidos y avanzados, con apoyo del rey, también suelen superarlo.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Alfil contra peones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Para el bando del alfil, la clave es actuar pronto: frenar el peón más peligroso, traer el rey cuanto antes y, si se puede, fijar los peones en casillas de su color para atacarlos. Para el bando de los peones, la idea es empujarlos por casillas que el alfil no controla y desviar al rey rival. El error típico es contar solo cuántas jugadas faltan para coronar sin mirar qué casillas puede cubrir el alfil.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Coloca en un tablero un alfil y su rey contra dos peones pasados en distintas posiciones. Prueba desde los dos lados qué casos son tablas y cuáles se ganan, y anota qué papel tuvo el color de las casillas.</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Los cimientos del ajedrez · Lección 60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