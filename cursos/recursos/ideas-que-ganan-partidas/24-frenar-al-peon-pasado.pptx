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4 · Los peones deciden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Frenar al peón pasado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Contra un peón pasado avanzado, lo primero es bloquearlo. Todo lo demás viene después.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Frenar al peón pasado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Si el rival tiene un peón pasado avanzado, la defensa empieza por la casilla que tiene delante. Una pieza que se pone ahí —idealmente un caballo, que bloquea sin perder actividad— lo detiene para siempre. Mientras no se bloquee, cada jugada es un riesgo.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Frenar al peón pasado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defensas típicas son tres: bloquear la casilla de delante, atacar el peón desde atrás con una torre, o llevar el rey hacia él. Cuál conviene depende de la posición, pero las tres tienen algo en común: se hacen antes de buscar contrajuego. Un peón en la séptima no espera a que termines tu ataque.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Frenar al peón pasado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Muchas veces hay una sola jugada que llega a tiempo. Encontrarla pide contar: cuántas jugadas le faltan al peón para coronar y cuántas a tus piezas para frenarlo.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posiciones de final contra la computadora en las que el rival tiene un peón pasado en su quinta o sexta fila. Anota qué pieza usaste para frenarlo y en qué jugada lo bloqueaste.</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