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35</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IDEAS QUE GANAN PARTIDAS</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6 · Los finales que hay que saber</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zugzwang</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Hay posiciones en las que mover es perder. La jugada buena deja al rival sin una jugada que no empeore las cosas.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zugzwang</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la mayoría de las posiciones, tener que mover es una ventaja: siempre hay algo útil que hacer. Pero en algunas, sobre todo en los finales, cualquier jugada empeora la posición. Eso es el zugzwang: la obligación de mover cuando moverse perjudica.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zugzwang</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Aprovecharlo pide una jugada que no hace nada en apariencia —un movimiento de rey, una pieza que pierde un tiempo— pero que le pasa el turno al rival justo cuando no le conviene. En los finales de peones es la base de la oposición; en los de piezas, aparece cuando el defensor tiene todas sus piezas en su mejor casilla y no puede mejorarlas.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zugzwang</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verlo, pregúntate: si el rival tuviera que mover ahora mismo, ¿tendría alguna jugada buena? Si la respuesta es no, busca cómo pasarle el turno.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Estudia la oposición y el triángulo del rey en los finales de peones. Después resuelve cinco ejercicios de zugzwang y, en cada uno, escribe qué jugada buena le quitaste al rival.</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Ideas que ganan partidas · Lección 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