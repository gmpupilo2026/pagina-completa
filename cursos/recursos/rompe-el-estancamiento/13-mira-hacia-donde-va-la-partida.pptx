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Leer la posición más allá de las jugadas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Mira hacia dónde va la partida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Además de la jugada de ahora, imagina la posición de dentro de cinco jugadas: ¿qué va a quedar en el tablero?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Mira hacia dónde va la partida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Calcular es ver jugadas concretas; visualizar el futuro de la posición es otra cosa: es imaginar cómo va a estar la partida cuando terminen los cambios que ya se ven venir. ¿Qué piezas van a quedar? ¿Qué estructura? ¿Quién va a tener el peón pasado, el rey activo, la columna abierta? Esa imagen es la que decide si un cambio te conviene.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Mira hacia dónde va la partida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Muchos jugadores evalúan solo la posición del final de la variante que calcularon, y la evalúan contando material. Pero la partida no se termina ahí: si al final de la línea vas con el mismo material y el rival tiene un peón pasado que nadie frena, la línea es mala aunque «no pierdas nada». Mirar más allá es preguntarse qué pasa después.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Mira hacia dónde va la partida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hábito se entrena al revés de lo habitual: antes de calcular, imagina cómo te gustaría que quedara la posición dentro de diez jugadas, y después busca las jugadas que llevan ahí. Es la forma en que piensan los jugadores fuertes, y la razón por la que muchas veces juegan rápido: ya saben adónde quieren 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cinco partidas tuyas, detente antes de cada serie de cambios y dibuja en un papel la posición que crees que va a quedar. Después compara con la que quedó de verdad y con lo que dice el motor de ella.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