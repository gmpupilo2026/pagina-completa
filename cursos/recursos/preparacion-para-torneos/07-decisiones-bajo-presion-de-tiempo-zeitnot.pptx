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7 del curso Preparación para Torneos. Cómo no colapsar cuando quedan segundos en el reloj.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Gestión del reloj y decisiones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bajo presión de tiempo (zeitnot)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no colapsar cuando quedan segundos en el reloj.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bajo presión de tiempo (zeitnot)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zeitnot, confía en principios generales (seguridad del rey, no dejar piezas sueltas) más que en cálculo profundo.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finales técnicos de memoria (Lucena, Philidor, mates básicos) te permite jugarlos casi automáticamente incluso con segundos en el reloj.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3 partidas de blitz de 1 minuto y evalúa después si tus decisiones en apuros siguieron principios generales o cálculo forzado.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Decisiones bajo presión de tiempo (zeitnot) — Preparación para Torneos</dc:title>
  <dc:subject>Decisiones bajo presión de tiempo (zeitnot)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