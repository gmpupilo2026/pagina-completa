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cambios paradójicos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Antes de cambiar, cinco preguntas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método para no cambiar por costumbre: cinco preguntas que se hacen en treinta segundos.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Antes de cambiar, cinco preguntas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Todo lo de este curso se resume en una idea: el cambio es una decisión, no un trámite. Para que deje de ser un trámite, sirve tener una lista corta de preguntas que se hacen antes de cada cambio importante. No hace falta hacerlas en cada jugada; basta con los cambios que transforman la posición: damas, torres, la última pieza menor.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Antes de cambiar, cinco preguntas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cinco preguntas son estas. Uno: ¿qué hacía mi pieza y qué hacía la del rival? Dos: ¿quién queda con las piezas más activas? Tres: ¿qué pasa con la estructura de peones y con los reyes? Cuatro: ¿qué final queda si se siguen cambiando piezas, y quién lo gana? Cinco: ¿el cambio le quita un problema al rival o me quita uno a mí?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Antes de cambiar, cinco preguntas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Si las cinco respuestas te favorecen, cambia sin miedo. Si alguna no, piénsalo dos veces. Con el tiempo, las preguntas se vuelven automáticas, y el cambio de piezas pasa de ser una costumbre a ser un arma.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Copia las cinco preguntas en una tarjeta y tenla a mano en tus próximas diez partidas lentas. Después de cada partida, revisa los cambios que hiciste y anota qué pregunta te faltó hacer. Llévale la tarjeta a tu profesor: con ella se ve qué tipo de cambio te cuesta más.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