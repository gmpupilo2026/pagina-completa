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 coordinación de las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Torre y caballo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Torre y caballo forman una pareja menos evidente pero muy eficaz contra el rey. Aprende sus redes de mate y sus ataques dobles.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Torre y caballo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torre trabaja en líneas rectas y el caballo controla casillas a las que ninguna línea llega; esa diferencia los vuelve complementarios. Juntos dan mates típicos, como la torre en la última fila o en la séptima con el caballo cubriendo las casillas de escape del rey. En los finales, torre y caballo contra un rey en el borde forman redes de mate sorprendentes, incluso cuando el rival tiene más material.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Torre y caballo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Fíjate en un rey rival en el borde o en la esquina, rodeado de sus propios peones, y en un caballo tuyo que pueda llegar a f6, g5, e7 o casillas parecidas cerca de él. Si el caballo ya controla las casillas de huida, la torre solo necesita una línea abierta para dar el jaque final. También aparecen ataques dobles: un caballo que salta con jaque y descubre o apoya una amenaza de la torre.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Torre y caballo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orden suele ser primero el caballo, que se instala controlando las casillas clave, y después la torre, que da el golpe por una columna o una fila. El error típico es no ver la red porque la torre está lejos o el caballo parece mal colocado: mira siempre qué casillas controla cada pieza cerca del rey rival. Al defender, cuidado con dejar al rey sin casillas de escape en la primera fila.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Monta en un tablero un rey en la esquina con dos peones delante, una torre y un caballo rivales. Busca al menos tres posiciones distintas en las que torre y caballo den 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