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Los 100 finales que hay que conocer  ·  Bloque 4: Piezas menores con peones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13
Alfil y peón contra alfil del mismo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33 a 36 · 6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Ganar expulsando al alfil de las diagonales y defender con la oposición por detrás, las diagonales cortas y la defensa frontal.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Todo depende de la longitud de las diagonales de bloqueo: con una diagonal de cuatro casillas o más el defensor resiste.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13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33 · La expulsión de las diagonales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34 · La oposición por detrás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35 · Las diagonales cortas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36 · La defensa frontal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13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33 · La expulsión de las diagonales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Primer caso: el rey atacante está al lado del peón y el rey defensor lejos. Se gana expulsando al alfil de las dos diagonales que controlan el avance del peón, ofreciendo el cambio en una casilla que no bloquee al peón.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el rey del bando débil no ayuda, siempre se puede desalojar al alfil de las diagonales de control del peón.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oferta de cambio debe hacerse en una casilla que no bloquee el propio peón.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el peón pasa la última casilla de bloqueo, la partida está ganada.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13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33 · La expulsión de las diagonales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Expulsar al alfil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1.Af3 Aa4 2.Ac6 Axc6 3.Rxc6 Re8 4.Rc7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96757"/>
            <a:ext cx="5486400" cy="33297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alfil blanco se interpone en c6, la casilla ideal: el negro tiene que cambiar o retirarse y el peón corona.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13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34 · La oposición por detrás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Segundo caso: el rey defensor toma la oposición por detrás del rey rival. Así impide que el bando fuerte ofrezca el cambio de alfiles sin obstruir su peón, y la maniobra de expulsión deja de funcionar.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el rey defensor no puede ponerse delante del peón, su casilla ideal es por detrás, en oposición al rey rival.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Desde ahí controla la casilla de interposición y el alfil defensor salta de una diagonal a la otra sin peligro.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13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34 · La oposición por detrás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El rey defensor en oposición por detrás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1.Ad7 Af1 2.Ag4 Ab5 3.Ad7 Ae2 4.Ac6 Ag4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04595"/>
            <a:ext cx="5486400" cy="33218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Las blancas sólo pueden ofrecer el cambio en d7, y el alfil negro cambia de diagonal. La casilla c6 está vigilada por el rey negro: no hay expulsión.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13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35 · Las diagonales cortas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Tercer caso: el rey está en oposición por detrás, pero una de las diagonales de control tiene menos de cuatro casillas. Entonces rey y alfil atacantes pueden controlarlas todas y el zugzwang decide.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rey en oposición por detrás, el defensor hace tablas si las dos diagonales de control tienen cuatro o más casillas.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una diagonal tiene menos de cuatro casillas, se pierde siempre que el rey y el alfil rivales puedan controlarlas todas: el alfil quita una, el rey debe quitar dos.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rey fuerte debe ir al lado desde el que controla más casillas de la diagonal corta.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13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35 · Las diagonales cortas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Zugzwang en la diagonal corta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Ganan blancas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1.Ac8 Ae4 2.Ab7 Ad3 3.Af3 Aa6 4.Ag4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88920"/>
            <a:ext cx="5486400" cy="3337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Primero se desaloja al alfil de la diagonal larga; en la corta (a6-c8) el rey controla dos casillas y el alfil la tercera. Zugzwang.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13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5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35 · Las diagonales cortas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Excepción aparente: el rey sólo controla una casilla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1.Rg8 Rg6 2.Af8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10542"/>
            <a:ext cx="5486400" cy="34159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1.Re8? Re6! y las negras aguantan porque el rey blanco sólo vigila una casilla de la diagonal corta. 1.Rg8! va al lado correcto y gana como en el diagrama anterior.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13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36 · La defensa frontal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Cuarto caso: cuando no se llega a la oposición por detrás, queda la defensa frontal: el rey al lado de la casilla de coronación. Funciona si el peón no puede pasar a la sexta fila.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Defensa frontal: el rey defensor al lado de la casilla de coronación; sirve si el peón no puede llegar a sexta.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primera opción sigue siendo llegar a la oposición por detrás: comprender el plan del rival (llevar el rey al lado del peón) y anticiparse con el rey.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13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36 · La defensa frontal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Kurajica - Markland, Hastings 1971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1...Rd5 2.Rg6 Re4 3.Ac7 Rf3 4.Ad8 Rg4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96757"/>
            <a:ext cx="5486400" cy="332972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En la partida siguió 1...Rd7?! 2.Rg6 Re8 3.Af4 Ad4? 4.Ah6 y las negras abandonaron. Con 1...Rd5! el rey negro llega a la oposición por detrás; y tras 3.Af4 aún salvaba 3...Rf8! 4.Ah6+ Rg8!, la defensa frontal.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13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36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36 · La defensa frontal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Averbach 1972: repaso de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1.Ah5 Ah3 2.Re5 Rg7 3.Rd5 Rf6 4.Rc5 Re5 5.Rb6 Af1 6.Rc7 Rd4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82972"/>
            <a:ext cx="5486400" cy="32435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El plan blanco es llevar el rey a c7; la única defensa es correr con el rey a c8 o a la oposición por detrás. Con 1...Ad7?! y sin entender el plan, las negras pierden un tiempo decisivo.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13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Medí las diagonales en cada diagrama antes de decidir el resultado.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Recorré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Practicá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Anotá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13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