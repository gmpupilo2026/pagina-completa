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2 del curso Preparación para Torneos. Cómo estudiar las partidas de tu próximo oponente.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PREPARACIÓN PARA TORNEOS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Repertorio y preparación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Preparación contra un rival específico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estudiar las partidas de tu próximo oponente.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Preparación contra un rival específico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conoces con antelación a tu rival, revisa sus últimas 5-10 partidas disponibles (bases de datos, plataformas online) buscando patrones: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apertura repite?, ¿comete errores típicos en cierto tipo de final?, ¿juega rápido o lento?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arma una ficha de preparación de una página para un rival ficticio, con su apertura más jugada y un plan concreto contra ella.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para Torneos · Lección 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Preparación contra un rival específico — Preparación para Torneos</dc:title>
  <dc:subject>Preparación contra un rival específico</dc:subject>
  <dc:creator>Ajedrez Integral</dc:creator>
  <cp:lastModifiedBy>Ajedrez Integral</cp:lastModifiedBy>
  <cp:revision>1</cp:revision>
  <dcterms:created xsi:type="dcterms:W3CDTF">2026-09-10T06:21:04Z</dcterms:created>
  <dcterms:modified xsi:type="dcterms:W3CDTF">2026-09-10T06:21:04Z</dcterms:modified>
</cp:coreProperties>
</file>