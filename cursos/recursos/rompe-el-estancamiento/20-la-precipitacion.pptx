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20</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5 · Cálculo y visualización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precipitación</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Ver una buena jugada y hacerla enseguida es el error más caro: muchas veces había una mejor, o la buena tenía un agujero.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precipitación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precipitación tiene una forma muy reconocible: se ve una jugada que parece ganar, el corazón se acelera, y la mano la hace antes de que la cabeza termine de revisarla. A veces sale bien. Muchas veces había una jugada todavía mejor al lado, o la jugada «ganadora» tenía una respuesta que no se miró.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precipitación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Los jugadores fuertes tienen un hábito sencillo: cuando ven una buena jugada, se sientan sobre las manos y buscan otra. Si la primera era la mejor, se pierde un minuto. Si no lo era, se gana una partida. También revisan la jugada elegida una última vez antes de hacerla, con una sola pregunta: «¿qué me contesta el rival?».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precipitación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precipitación es peor cuando se va ganando y cuando hay poco tiempo, que es justamente cuando más cara sale. Una jugada tranquila que deja al rival sin defensa suele ser más fuerte que el jaque o la captura que saltan a la vista, y precisamente esas son las que la prisa no deja 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Durante una semana, en cada partida, cada vez que veas una jugada que te entusiasme, obliga a tu cabeza a buscar una alternativa antes de hacerla. Anota cuántas veces la alternativa era mejor.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