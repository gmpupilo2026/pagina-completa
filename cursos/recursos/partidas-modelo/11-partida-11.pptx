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2: Medio juego: el juego de ataque</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11
La gran diagonal</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J. Timman – J. Polgar, Torneo Sigeman &amp; Co, Malmö 2000 · Defensa India de Dama, 4 g3 Aa6</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La gran diagonal</a:t>
            </a:r>
          </a:p>
        </p:txBody>
      </p:sp>
      <p:sp>
        <p:nvSpPr>
          <p:cNvPr id="3" name="TextBox 2"/>
          <p:cNvSpPr txBox="1"/>
          <p:nvPr/>
        </p:nvSpPr>
        <p:spPr>
          <a:xfrm>
            <a:off x="640080" y="1234440"/>
            <a:ext cx="10972800" cy="2354580"/>
          </a:xfrm>
          <a:prstGeom prst="rect">
            <a:avLst/>
          </a:prstGeom>
          <a:noFill/>
        </p:spPr>
        <p:txBody>
          <a:bodyPr wrap="square" anchor="t">
            <a:spAutoFit/>
          </a:bodyPr>
          <a:lstStyle/>
          <a:p>
            <a:pPr algn="l">
              <a:spcAft>
                <a:spcPts val="400"/>
              </a:spcAft>
            </a:pPr>
            <a:r>
              <a:rPr sz="1400" b="0" i="0">
                <a:solidFill>
                  <a:srgbClr val="1F2937"/>
                </a:solidFill>
                <a:latin typeface="Calibri"/>
              </a:rPr>
              <a:t>La llamada gran diagonal de la muerte es el nombre que se da a una diagonal larga (a1-h8 o a8-h1) dominada por un alfil, muchas veces reforzado por la dama, que apunta directamente hacia la zona donde se refugia el rey rival. Es especialmente peligrosa cuando el bando amenazado ha fianchettado, o ha empezado a fianchettar, su propio alfil en esa misma diagonal y luego lo ha perdido o nunca ha llegado a completar el desarrollo: entonces las casillas de ese color quedan crónicamente debilitadas alrededor del rey. Para reconocer el peligro conviene fijarse en tres señales: una diagonal larga abierta o a punto de abrirse, un alfil rival ya situado en ella (o con posibilidad de llegar), y un rey que esté, o pueda verse obligado a estar, sobre esa misma diagonal. La forma de explotarlo pasa por sumar más piezas a la batería (normalmente la dama), abrir la diagonal si está bloqueada mediante rupturas de peón, y a veces sacrificar material para eliminar cualquier pieza que todavía la obstruya. Del lado defensivo, la lección es la contraria: conviene evitar que el propio rey termine situado sobre una diagonal ya controlada por el rival, por muy segura que parezca esa casilla a corto plazo.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11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J. Timman – J. Polgar (Torneo Sigeman &amp; Co, Malmö 2000) 0-1</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En esta India de Dama, Polgár juega la provocadora 4...Aa6, pero pronto devuelve el alfil a b7, su diagonal natural hacia el flanco de rey blanco. Aunque las blancas anuncian un fianchetto con 4.g3, nunca llegan a completarlo con Ag2, y tras una serie de complicaciones tácticas el rey blanco se ve obligado a refugiarse precisamente en g2, en el centro de la diagonal que el alfil negro lleva toda la partida vigilando. Una vez que el segundo alfil negro se suma al ataque por la diagonal oscura con 22...Ac5!, las blancas ya no logran defender las dos diagonales a la vez, y tras una serie de golpes tácticos las negras convierten su dominio posicional en un final de peones pasados decisivo.</a:t>
            </a:r>
          </a:p>
          <a:p>
            <a:pPr algn="l">
              <a:spcAft>
                <a:spcPts val="400"/>
              </a:spcAft>
            </a:pPr>
            <a:r>
              <a:rPr sz="1400" b="0" i="0">
                <a:solidFill>
                  <a:srgbClr val="1F2937"/>
                </a:solidFill>
                <a:latin typeface="Calibri"/>
              </a:rPr>
              <a:t>La apertura: Esta es una India de Dama con 4.g3, la línea más popular contra esta defensa. Polgár responde con la provocadora 4...Aa6, hostigando el punto c4 antes de decidir el destino final de su alfil; tras forzar a las blancas a jugar de forma algo artificial, el alfil regresa a b7 en su diagonal natural. La curiosidad de esta partida es que, pese a haber empezado con 4.g3, las blancas nunca llegan a completar su propio fianchetto con Ag2.</a:t>
            </a:r>
          </a:p>
        </p:txBody>
      </p:sp>
      <p:sp>
        <p:nvSpPr>
          <p:cNvPr id="4" name="TextBox 3"/>
          <p:cNvSpPr txBox="1"/>
          <p:nvPr/>
        </p:nvSpPr>
        <p:spPr>
          <a:xfrm>
            <a:off x="640080" y="3817620"/>
            <a:ext cx="10972800" cy="2400299"/>
          </a:xfrm>
          <a:prstGeom prst="rect">
            <a:avLst/>
          </a:prstGeom>
          <a:noFill/>
        </p:spPr>
        <p:txBody>
          <a:bodyPr wrap="square">
            <a:spAutoFit/>
          </a:bodyPr>
          <a:lstStyle/>
          <a:p>
            <a:pPr>
              <a:spcAft>
                <a:spcPts val="600"/>
              </a:spcAft>
            </a:pPr>
            <a:r>
              <a:rPr sz="1600">
                <a:solidFill>
                  <a:srgbClr val="1F2937"/>
                </a:solidFill>
                <a:latin typeface="Calibri"/>
              </a:rPr>
              <a:t>•  Un alfil apuntado hacia la gran diagonal es peligroso incluso antes de que se complete la batería con la dama: tarde o temprano puede formarse y decidir la partida.</a:t>
            </a:r>
          </a:p>
          <a:p>
            <a:pPr>
              <a:spcAft>
                <a:spcPts val="600"/>
              </a:spcAft>
            </a:pPr>
            <a:r>
              <a:rPr sz="1600">
                <a:solidFill>
                  <a:srgbClr val="1F2937"/>
                </a:solidFill>
                <a:latin typeface="Calibri"/>
              </a:rPr>
              <a:t>•  Llevar al propio rey hacia una diagonal que ya controla una pieza rival es arriesgado, incluso cuando la jugada parece profiláctica a primera vista.</a:t>
            </a:r>
          </a:p>
          <a:p>
            <a:pPr>
              <a:spcAft>
                <a:spcPts val="600"/>
              </a:spcAft>
            </a:pPr>
            <a:r>
              <a:rPr sz="1600">
                <a:solidFill>
                  <a:srgbClr val="1F2937"/>
                </a:solidFill>
                <a:latin typeface="Calibri"/>
              </a:rPr>
              <a:t>•  Cuando el material y la iniciativa están en juego a la vez, no hay que temer entregar la calidad (como con 37...Td4) si eso permite que un peón pasado avanzado decida la partida.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11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J. Timman – J. Polgar</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1.Cf3 1…Cf6 2.c4 2…b6 3.d4 3…e6 4.g3 4…Aa6 5.Db3 5…Cc6 6.Ad2 6…Ab7 7.Ac3 7…Ce4 8.a3 8…Cxc3 9.Dxc3 9…Ae7 10.Dd3?! 10…d5 11.cxd5 11…Dxd5 12.e4 12…Da5+ 13.Cbd2 13…O-O-O 14.Tc1 14…f5!? 15.b4 15…fxe4 16.Dc3 16…Dd5 17.Ce5 17…e3 18.Cdf3 18…exf2+? 19.Rxf2 19…Thf8 20.Rg2! 20…g5? 21.Cxc6 21…Td7 22.g4?! 22…Ac5! 23.Ab5! 23…Axc6 24.Axc6 24…Dxc6 25.Thf1? 25…h5! 26.Rg1 26…Txf3 27.Dxf3 27…Dxf3 28.Txf3 28…hxg4 29.Tg3 29…Axd4+ 30.Rh1 30…Ae5 31.Txg4 31…Af4 32.Tc2? 32…e5 33.Tc3 33…e4 34.Tc4?! 34…e3 35.Te4 35…c5? 36.bxc5 36…bxc5 37.h4? 37…Td4 38.Txd4 38…cxd4 39.Rg2 39…d3 40.Rf3 40…e2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11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112ff0811781b3e9ed798c4588366f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Timman – J. Polgar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19.Rxf2 y 19...Thf8, ¿qué jugada de rey busca poner al monarca blanco a salvo, aunque lo sitúa precisamente sobre la diagonal que domina el alfil negro?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rey blanco puede seguir desplazándose por el flanco de rey en busca de refugio.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20.Rg2!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20.Rg2! es un intento lógico de consolidar, pero coloca al rey justo en la diagonal que el alfil de b7 lleva toda la partida vigilando, un peligro que se hará evidente más adelante.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11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0ebce45e740547a6a696e3c6e140f2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Timman – J. Polgar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el alfil de casillas negras todavía en e7, ¿qué jugada lo activa hacia la otra gran diagonal, sumando una segunda línea de ataque contra el rey blanco?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de casillas oscuras negro puede desarrollarse hacia una diagonal que también apunta cerca del rey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22…Ac5!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22...Ac5! suma el segundo alfil al ataque por la diagonal a7-g1; las blancas ya no pueden atender las dos diagonales largas a la vez.</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11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c8b475d3e26c5992c6dddf88be6061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Timman – J. Polgar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Ante la amenaza de perder el control de la posición, ¿qué jugada blanca fuerza el cambio del peligroso alfil negro de b7 antes de que sea demasiado tarde?</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alfil blanco puede desplazarse para ofrecer el cambio con el alfil que domina la diagonal larga.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23.Ab5!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23.Ab5! es el mejor intento defensivo disponible: elimina, aunque sea con cambio, al alfil que más problemas causa en la diagonal larga.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11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0cd11fafce28a74de90106d90699dd49.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Timman – J. Polgar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¿Qué avance de peón del flanco de rey sigue ganando espacio y mantiene a las blancas sin un momento de respiro?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negro del ala de rey puede avanzar otra casilla, ganando más terreno.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25…h5!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25...h5! continúa la presión sin dar tregua, típico de una posición donde el bando atacante no necesita apresurarse porque el rival no tiene forma de reorganizarse.</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11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bbc3cf97757cfbe6b009cc05d996d7de.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Timman – J. Polgar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En el final, con un peón negro ya muy avanzado en la columna e, ¿qué sacrificio de calidad garantiza que ese peón corone sin obstáculos?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torre negra puede entregarse para eliminar a la pieza blanca que bloquea el avance del peón pasado.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37…Td4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37...Td4 entrega la calidad para que el peón pasado central resulte decisivo: en este final, el empuje de un peón conectado vale más que la torre entregada.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11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Un alfil fianchettado (o que puede volver a esa diagonal) es una amenaza latente incluso antes de que se complete la batería con la dama.</a:t>
            </a:r>
          </a:p>
          <a:p>
            <a:pPr>
              <a:spcAft>
                <a:spcPts val="600"/>
              </a:spcAft>
            </a:pPr>
            <a:r>
              <a:rPr sz="1600">
                <a:solidFill>
                  <a:srgbClr val="1F2937"/>
                </a:solidFill>
                <a:latin typeface="Calibri"/>
              </a:rPr>
              <a:t>•  Llevar al propio rey a una casilla situada sobre una diagonal ya controlada por el rival es peligroso, aunque la jugada parezca profiláctica.</a:t>
            </a:r>
          </a:p>
          <a:p>
            <a:pPr>
              <a:spcAft>
                <a:spcPts val="600"/>
              </a:spcAft>
            </a:pPr>
            <a:r>
              <a:rPr sz="1600">
                <a:solidFill>
                  <a:srgbClr val="1F2937"/>
                </a:solidFill>
                <a:latin typeface="Calibri"/>
              </a:rPr>
              <a:t>•  En los finales, no hay que temer entregar material si eso garantiza que un peón pasado avanzado y apoyado resulte decisivo.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11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11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