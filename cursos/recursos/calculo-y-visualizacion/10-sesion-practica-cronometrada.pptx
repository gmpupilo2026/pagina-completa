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10 del curso Cálculo y Visualización. Resolución de problemas de cálculo contra el reloj.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CÁLCULO Y VISUALIZACIÓN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Visualización avanzada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Sesión práctica cronometrada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de problemas de cálculo contra el reloj.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Sesión práctica cronometrada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curso: una sesión de 15 problemas de cálculo puro, con dificultad creciente y un límite de tiempo decreciente, diseñada para consolidar todo lo entrenado en las lecciones anteriores.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Siguiente paso: aplica esta habilidad directamente en Estrategia y Táctica, donde el cálculo preciso es la base de toda combinación.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y Visualización · Lección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práctica cronometrada — Cálculo y Visualización</dc:title>
  <dc:subject>Sesión práctica cronometrada</dc:subject>
  <dc:creator>Ajedrez Integral</dc:creator>
  <cp:lastModifiedBy>Ajedrez Integral</cp:lastModifiedBy>
  <cp:revision>1</cp:revision>
  <dcterms:created xsi:type="dcterms:W3CDTF">2026-09-10T06:21:04Z</dcterms:created>
  <dcterms:modified xsi:type="dcterms:W3CDTF">2026-09-10T06:21:04Z</dcterms:modified>
</cp:coreProperties>
</file>