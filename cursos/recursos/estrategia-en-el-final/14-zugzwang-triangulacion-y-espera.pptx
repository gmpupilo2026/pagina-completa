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ESTRATEGIA EN EL FINAL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4 · Técnica y decisión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Zugzwang, triangulación y espera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Ganar un tiempo sin cambiar nada: el arma más rara y más decisiva del final.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Zugzwang, triangulación y espera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Zugzwang es la situación en la que mover es lo peor que se puede hacer: la posición aguanta, pero el turno la rompe. Es una rareza en el medio juego y el pan de cada día en el final, donde hay pocas piezas y las jugadas útiles se acaban.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Zugzwang, triangulación y espera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Para provocarlo hay dos herramientas. La triangulación: el rey da un rodeo de tres casillas y vuelve a la misma, de modo que la posición se repite pero con el turno cambiado. Y las jugadas de espera: un peón que todavía puede avanzar una o dos casillas es, en realidad, un tiempo guardado en el bolsillo.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Zugzwang, triangulación y espera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De ahí una recomendación que parece menor y no lo es: no gastes tus avances de peón sin necesidad. Los tiempos de reserva se cuentan antes de entrar al final, igual que se cuenta el material.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Arma un final de rey y peón donde tengas la oposición del lado equivocado y gánalo triangulando. Después cuenta, en una posición cualquiera, cuántos tiempos de reserva tienes.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Estrategia en el final · Lección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