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alfil y las diagonales abiertas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alfil trabaja de lejos. En una diagonal abierta clava, enfila y descubre ataques desde el otro lado del tablero.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y las diagonales 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alfil bien puesto se nota poco hasta que actúa. Desde su casilla mira una diagonal entera, a veces de punta a punta del tablero, y todo lo que se pone en ella queda bajo su fuego. Por eso es la pieza de las clavadas y de las enfiladas: ataca una pieza que no se puede mover porque detrás hay otra más valiosa.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y las diagonales 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diferencia entre un alfil bueno y uno malo la deciden los peones. Un alfil cuyos peones propios están en casillas de su mismo color queda encerrado detrás de ellos; uno cuyos peones están en el otro color tiene las diagonales libres. Al elegir dónde poner los peones, piensa también en tu alfil.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y las diagonales 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tengas un alfil en una diagonal larga, mírala entera, hasta la última casilla: muchas veces lo que decide está del otro lado del tablero.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una partida tuya, toma cada alfil al final de la apertura y anota qué diagonales tenía libres y cuáles le cerraban sus propios peones. Compara cómo le fue a cada uno en el resto de la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