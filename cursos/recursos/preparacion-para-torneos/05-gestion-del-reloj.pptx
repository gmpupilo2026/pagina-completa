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5 del curso Preparación para Torneos. Ritmos de juego clásico, rápido y blitz, y cómo repartir tu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Gestión del reloj y decisiones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reloj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Ritmos de juego clásico, rápido y blitz, y cómo repartir tu tiempo.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reloj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partidas clásicas, evita gastar más del 10-15% de tu tiempo total en la apertura si conoces la línea; reserva la mayor parte para el medio juego, donde ocurren las decisiones más difíciles.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rápidas y blitz, prioriza la precisión en posiciones simples sobre el cálculo profundo en posiciones complejas.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partida clásica, anota cuánto tiempo usaste en cada fase de la partida.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del reloj — Preparación para Torneos</dc:title>
  <dc:subject>Gestión del reloj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