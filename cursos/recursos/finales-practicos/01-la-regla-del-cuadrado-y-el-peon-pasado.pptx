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 del curso Finales Prácticos. Cómo saber si un peón corona sin calcular jugada a jugada.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FINALES PRÁCTICOS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1 · Finales de peones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del cuadrado y el peón pasado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saber si un peón corona sin calcular jugada a jugada.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regla del cuadrado y el peón pasado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 un cuadrado imaginario entre la casilla del peón y su casilla de coronación: si el rey defensor puede entrar en ese cuadrado en su próxima jugada, atrapa al peón; si no, el peón corona solo.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Recuerda ajustar el cuadrado si el peón todavía no ha movido (puede avanzar dos casillas).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repasa el artículo "La regla del cuadrado" en la sección de Artículos, que desarrolla esta técnica con ejemplos completos.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Finales Prácticos · Lección 1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 regla del cuadrado y el peón pasado — Finales Prácticos</dc:title>
  <dc:subject>La regla del cuadrado y el peón pasado</dc:subject>
  <dc:creator>Ajedrez Integral</dc:creator>
  <cp:lastModifiedBy>Ajedrez Integral</cp:lastModifiedBy>
  <cp:revision>1</cp:revision>
  <dcterms:created xsi:type="dcterms:W3CDTF">2026-09-10T06:21:03Z</dcterms:created>
  <dcterms:modified xsi:type="dcterms:W3CDTF">2026-09-10T06:21:03Z</dcterms:modified>
</cp:coreProperties>
</file>