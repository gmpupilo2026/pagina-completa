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Cálculo y visualización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Ver más lejos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 visualización se entrena: mantener la posición en la cabeza varias jugadas sin que las piezas se muevan solas.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Ver más lejos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profundidad del cálculo no depende de la inteligencia, sino de una habilidad que se entrena: mantener la posición en la cabeza mientras las piezas se mueven. Cuando esa imagen se borra o se mezcla, la línea se corta, o se sigue calculando con una posición que ya no es la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Ver más lejos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ejercicios clásicos para mejorarla. Leer una partida comentada sin tablero e intentar seguirla. Ponerse una posición, mirar la solución de un ejercicio de cuatro o cinco jugadas, y jugarla mentalmente antes de moverla en el tablero. Jugar partidas a la ciega contra alguien más débil, o contra el motor del sitio. Al principio cuesta mucho; después de unas semanas, la diferencia en el cálculo se nota.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Ver más lejos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otra mitad de ver lejos es ver poco pero bien: calcular pocas líneas, las forzadas, hasta el final, en vez de muchas a medias. Un jugador que calcula tres líneas a seis jugadas juega mejor que uno que mira diez líneas a 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Haz diez ejercicios largos (de cinco jugadas o más) sin mover las piezas: calcula la solución completa, escríbela, y recién después comprueba en el tablero. Anota en qué jugada se te borró la posición cuando falles.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