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Cálculo y Visualización. Cómo organizar mentalmente las jugadas posibles antes de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Fundamentos de cálculo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de variantes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organizar mentalmente las jugadas posibles antes de decidir.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árbol de variantes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jugada candidata abre una "rama" de posibles respuestas.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intentar calcular todas las ramas por igual, prioriza las respuestas forzadas del rival (jaques, capturas, amenazas directas) porque limitan tu propio árbol y son más fáciles de calcular con precisión.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tu próxima jugada complicada, dibuja en papel el árbol de las 2 mejores jugadas candidatas con sus 2 respuestas más probables cada una.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árbol de variantes — Cálculo y Visualización</dc:title>
  <dc:subject>El árbol de variantes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