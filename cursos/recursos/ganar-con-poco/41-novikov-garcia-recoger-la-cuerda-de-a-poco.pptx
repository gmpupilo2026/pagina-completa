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Nóvikov – García: recoger la cuerda de a poco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Igor Nóvikov contra Guillermo García, Camagüey, 1987. Mejorar poco a poco desde la defensa.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Nóvikov – García: recoger la cuerda de a poco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Guillermo García, uno de los grandes talentos del ajedrez cubano, conduce las negras. Durante muchas jugadas defiende las amenazas del rival y, en cada pausa, mejora un poco su posición. La ventaja llega sola: un caballo metido en el campo blanco, el cambio de damas en el momento justo y un rey que avanza en el 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Nóvikov – García: recoger la cuerda de a poco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Bogoindia; ganan las negras). En los momentos clave el visor te pide que encuentres la jugada antes de verla: todas están comprobadas con Stockfish, y en cada una la jugada de la partida es la mejor por al menos medio peón. Lo que hay que llevarse: Defenderse bien también es acumular ventajas: cada ataque fallido le cuesta algo al atacante. Un caballo en el campo rival ata a las piezas que lo vigilan. El cambio de damas conviene al que tiene las piezas mejor puestas.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una partida en la que defendiste mucho tiempo: ¿mejoraste tus piezas en las pausas? Cuando ofrezcas el cambio de damas, mira qué piezas quedan y quién las tiene mejor.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