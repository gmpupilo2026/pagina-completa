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Los finales que hay que saber</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Tu plan de estudio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Cómo usar este curso para que las ideas aparezcan en tus partidas: repasar, aplicarlas y anotar cuáles te faltan.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Tu plan de estudio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ideas de este curso no se aprenden leyéndolas una vez. Se aprenden viéndolas muchas veces, hasta que aparecen solas cuando la posición las pide. Por eso el libro del curso trae, además de los ejemplos, ejercicios por capítulo y ejercicios mezclados sin decir de qué idea son: en la partida nadie avisa qué idea toca.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Tu plan de estudio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método que proponemos es sencillo. Una semana por capítulo: lee las lecciones, resuelve los ejemplos en el tablero antes de ver la solución y después los ejercicios del capítulo en el libro. Al final, los ejercicios mezclados, una tanda por día. Anota en cuáles fallas y a qué idea pertenecían.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Tu plan de estudio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Esa lista es tu plan: las ideas que más se repiten entre tus errores son las que tienes que volver a estudiar, con tus propias partidas como material. Llévasela a tu profesor; con ella se arma un entrenamiento a tu medida.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Haz los ejercicios mezclados del libro y arma una lista con las ideas de los que fallaste. Repasa esas lecciones y vuelve a hacer los ejercicios un mes después para ver si la lista se achicó.</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