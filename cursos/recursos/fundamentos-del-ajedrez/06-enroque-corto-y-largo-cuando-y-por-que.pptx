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6 del curso Fundamentos del Ajedrez. La jugada especial que protege al rey y activa la torre.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Valor y coordinación de piezas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Enroque corto y largo: cuándo y por qué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jugada especial que protege al rey y activa la torre.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Enroque corto y largo: cuándo y por qué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enroque es la única jugada donde se mueven dos piezas propias a la vez: el rey se desplaza dos casillas hacia una torre, y esa torre salta al otro lado del rey.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corto (0-0) hacia el lado del rey, o largo (0-0-0) hacia el lado de la dama.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enrocar, ni el rey ni esa torre deben haberse movido antes, no puede haber piezas entre ellos, y el rey no puede estar en jaque, pasar por una casilla atacada, ni terminar en jaque.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Enrocar temprano (idealmente antes de la jugada 10) pone al rey a salvo y saca la torre a una columna central, dos objetivos de golpe.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tus próximas 5 partidas, intenta enrocar antes de la jugada 8.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Enroque corto y largo: cuándo y por qué — Fundamentos del Ajedrez</dc:title>
  <dc:subject>Enroque corto y largo: cuándo y por qué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