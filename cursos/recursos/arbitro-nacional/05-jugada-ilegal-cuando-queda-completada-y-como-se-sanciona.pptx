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Irregularidades: jugadas ilegales y posiciones incorrectas (art.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Jugada ilegal: cuándo queda completada y cómo se sanciona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artículo 7.5 y la escala de sanciones que distingue la primera jugada ilegal de la segunda.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Jugada ilegal: cuándo queda completada y cómo se sanciona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jugada ilegal queda completada, dice el propio artículo 7.5.1, recién al presionar el reloj — no al soltar la pieza. Por eso, mientras el reloj siga sin presionar, el jugador puede corregirla sin sanción, aunque ya la haya soltado en el tablero (respetando la pieza tocada). Completada y detectada DURANTE la partida, se restablece la posición de antes de esa jugada y el jugador debe hacer una jugada legal, con la misma pieza si tenía alguna jugada legal disponible.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Jugada ilegal: cuándo queda completada y cómo se sanciona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sanción cambia con la reincidencia (art. 7.5.5): la primera jugada ilegal del jugador en la partida agrega tiempo al reloj del rival (el reglamento del torneo fija cuánto, típicamente dos minutos en partidas clásicas y un minuto en rápidas desde 2023); la segunda jugada ilegal del MISMO jugador en la MISMA partida es pérdida directa, salvo que el rival no pueda dar mate por ninguna secuencia legal, en cuyo caso son tablas — el mismo criterio del artículo 6.9.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Jugada ilegal: cuándo queda completada y cómo se sanciona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"Detectada" es la palabra clave, pero no del modo que parece a primera vista: el artículo 7.5.1 permite corregir una jugada ilegal en cualquier momento en que se encuentre MIENTRAS LA PARTIDA SIGA (no hay límite de cuántas jugadas pasaron); lo único que la vuelve irreversible es que la partida ya haya terminado — con los dos jugadores habiendo firmado la planilla o el resultado quedando claro de otra forma. Si la posición exacta de antes de la jugada ilegal no se puede reconstruir, la partida sigue desde la última posición identificable anterior a la irregularidad.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Jugada ilegal: cuándo queda completada y cómo se sanciona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Ojo con no confundir esto con otras dos irregularidades del mismo artículo 7, que tienen reglas propias: si la POSICIÓN INICIAL de las piezas estaba mal armada (art. 7.2.1), la partida se anula entera y se juega de nuevo — no se corrige sobre la marcha; si lo que estaba mal era la ORIENTACIÓN del tablero (art. 7.2.2), la partida sigue igual, solo se traslada la posición a un tablero bien orientado; y si se jugó con los COLORES invertidos (art. 7.3), se reinicia con los colores correctos si hay menos de 10 jugadas hechas por cada bando, y si ya son 10 o más, la partida sigue como está.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Con el registro de una partida ficticia de 40 jugadas, identificar en qué jugada se coló un enroque ilegal (el rey había estado en jaque dos jugadas antes) y redactar la decisión completa: qué se deshace, qué sanción corresponde y cómo se justifica ante el jugador que reclama que "ya se jugaron muchas jugadas después".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