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Leer la posición más allá de las jugadas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Hazle difícil la vida al 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No juegues esperando que el rival se equivoque: juega para que tenga que encontrar la única. Y cuando la única es tuya, encuéntrala.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Hazle difícil la vida al rival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jugadas que solo funcionan si el rival se equivoca: amenazas fáciles de parar, trampas que un jugador atento ve, sacrificios que se refutan con una jugada natural. Jugarlas es esperar un regalo, y cuando el regalo no llega la posición quedó peor. Contra rivales de tu mismo nivel o mejores, eso se paga casi siempre.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Hazle difícil la vida al rival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alternativa es jugar las jugadas que obligan al rival a jugar bien: posiciones donde cada respuesta natural pierde y solo una precisa aguanta. No hace falta que sean ganadoras; basta con que sean difíciles. Así el error del rival, si llega, llega porque la posición lo empujó, no por casualidad.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Hazle difícil la vida al rival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al revés: cuando es el rival quien te pone ese problema, la tarea es encontrar la única. Esas posiciones se reconocen porque todo parece perder; ahí, antes de rendirse o de jugar lo primero que salva una pieza, conviene buscar con calma la jugada defensiva que nadie espera.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una jugada tuya que «tenía una trampa» y comprueba con el motor qué pasaba si el rival respondía bien. Si la posición quedaba peor, anota qué jugada te habría dejado mejor sin depender de su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