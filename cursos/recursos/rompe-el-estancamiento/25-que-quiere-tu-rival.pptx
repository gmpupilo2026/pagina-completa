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25</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ROMPE EL ESTANCAMIENTO</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6 · Pensar también por el rival</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¿Qué quiere tu rival?</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La pregunta que más partidas salva: antes de tu jugada, ¿qué haría el rival si le tocara mover ahora?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¿Qué quiere tu rival?</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mayoría de los jugadores de club pasan casi todo su tiempo pensando en sus propias ideas. Buscan su plan, su ataque, su golpe, y miran la posición del rival solo cuando hay una amenaza evidente. Así se pierden las partidas en las que el rival tenía un plan tranquilo que nadie le discutió.</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¿Qué quiere tu rival?</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pregunta profiláctica es simple: «si ahora fuera el turno del rival, ¿qué jugaría?». Contestarla obliga a ponerse del otro lado del tablero y ver la posición con sus ojos. A veces la respuesta es una amenaza directa; otras veces, una maniobra que en cuatro jugadas le daría una posición excelente. Saberlo cambia qué jugada eliges.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¿Qué quiere tu rival?</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profilaxis no es jugar a la defensiva: es elegir, entre tus buenas jugadas, la que además le quita algo al rival. Muchas veces una jugada que mejora tu posición y le impide la suya existe; solo hay que haberse hecho la pregunta para encontrarla.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tus próximas tres partidas, antes de cada jugada en posiciones tranquilas, escribe con una palabra qué quiere hacer el rival. Al final, revisa si tu jugada tenía en cuenta esa idea.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Rompe el estancamiento · Lección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