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10 del curso Estrategia y Táctica. Ejercicios cronometrados para entrenar precisión rápida.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ESTRATEGIA Y TÁCTICA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Cálculo y combinaciones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 bajo presión de tiempo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cronometrados para entrenar precisión rápida.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 bajo presión de tiempo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precisión táctica baja notablemente cuando el reloj aprieta.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con un límite de tiempo estricto (por ejemplo, 30 segundos por problema) acostumbra a tu mente a confiar en los patrones ya entrenados en vez de intentar calcularlo todo desde cero.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resuelve una tanda de 10 problemas de la Base de Problemas con un cronómetro de 30 segundos por posición.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Táctica · Lección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Cálculo bajo presión de tiempo — Estrategia y Táctica</dc:title>
  <dc:subject>Cálculo bajo presión de tiempo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