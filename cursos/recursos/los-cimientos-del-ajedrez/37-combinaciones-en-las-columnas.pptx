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Del patrón 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Combinaciones en las columnas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Las columnas y filas abiertas permiten atacar dos piezas alineadas a la vez. Aprende la enfilada, la clavada en columna y los rayos 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en las columnas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dos piezas rivales quedan en la misma columna o fila, una torre o una dama puede atacarlas a la vez. Si la pieza de adelante es la más valiosa, como el rey o la dama, tiene que apartarse y deja expuesta la de atrás: eso es la enfilada. Si la de adelante es la menos valiosa, está clavada: no se puede mover sin perder la de atrás. Y los rayos X son la misma idea en defensa o ataque: una torre que actúa a través de otra pieza, como si esta no estuviera.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en las columnas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señales: el rey o la dama rival en una columna o fila abierta, una torre rival sin defensa en la misma línea, o dos piezas pesadas del rival alineadas. Busca también tus propias torres dobladas: la de atrás empuja a la de adelante y suma fuerza en la casilla de entrada. Cada vez que el rival deja dos piezas en la misma línea y tú tienes una pieza mayor que puede llegar ahí, mira las capturas y los jaques en esa línea.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en las columnas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típico de la enfilada es no comprobar qué pasa con la pieza que da el golpe: si la pieza de atrás está defendida y vale menos que tu torre, el negocio sale mal. Antes de jugarla, cuenta: qué ganas, qué te pueden comer y si el rival puede interponer algo con jaque. En la clavada, el error es apurarse a comer la pieza clavada cuando conviene más atacarla con otra pieza, porque no se puede 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una partida tuya terminada todas las veces en que dos piezas del rival quedaron en la misma columna o fila. Revisa si había una enfilada o una clavada que no viste.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