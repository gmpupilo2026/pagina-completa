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19 del curso Estrategia y Táctica. El contraataque como el mejor recurso defensivo.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Ataque y defensa del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activa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contraataque como el mejor recurso defensivo.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activa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Defenderse pasivamente casi siempre empeora la posición: cada jugada defensiva le da al atacante un tiempo gratis para reforzar su ataque.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defensa activa busca crear contraamenazas propias, obligando al rival a repartir su atención entre atacar y defenderse él mismo.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próxima vez que te sientas bajo ataque en una partida, busca primero una contraamenaza antes de jugar una defensa puramente pasiva.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activa — Estrategia y Táctica</dc:title>
  <dc:subject>Defensa activa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