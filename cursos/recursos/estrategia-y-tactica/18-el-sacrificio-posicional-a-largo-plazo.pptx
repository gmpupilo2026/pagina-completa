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18 del curso Estrategia y Táctica. Entregar material por compensación duradera, no inmediata.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Ataque y defensa del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sacrificio posicional a largo plazo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material por compensación duradera, no inmediata.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sacrificio posicional a largo plazo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 sacrificio táctico (que busca ganancia inmediata), un sacrificio posicional entrega material a cambio de ventajas duraderas: actividad de piezas, estructura de peones superior o un ataque que se mantiene varias jugadas sin resolverse de inmediato.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una partida magistral famosa por un sacrificio posicional (por ejemplo, de Petrosian o Kasparov) y analiza la compensación obtenida.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sacrificio posicional a largo plazo — Estrategia y Táctica</dc:title>
  <dc:subject>El sacrificio posicional a largo plazo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