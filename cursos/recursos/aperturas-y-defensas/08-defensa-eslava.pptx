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8 del curso Aperturas y Defensas. Solidez con contrajuego activo en el flanco de dama.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APERTURAS Y DEFENSAS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Aperturas de peón dama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Defensa Eslava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Solidez con contrajuego activo en el flanco de dama.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Defensa Eslava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1.d4 d5 2.c4 c6 sostiene el centro sin encerrar el alfil de casillas claras (que puede salir por f5 o g4 antes de jugar ...e6).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de las defensas más sólidas contra 1.d4, usada en el más alto nivel para neutralizar la iniciativa de blancas.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 esta apertura con el Gambito de Dama Rehusado: ¿en qué difiere el destino del alfil de casillas claras?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Aperturas y Defensas · Lección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Eslava — Aperturas y Defensas</dc:title>
  <dc:subject>Defensa Eslava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