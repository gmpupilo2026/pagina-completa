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 cabeza en la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primer error no es el último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Después de equivocarse, lo peor es seguir jugando con la cabeza en el error. Un error se corrige; dos seguidos, casi nunca.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primer error no es el último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Pocas partidas se pierden por un solo error. Lo que suele pasar es otra cosa: se comete un error, el jugador se da cuenta, se enoja o se angustia, y en las jugadas siguientes juega peor que antes, con prisa por recuperar lo perdido o con la sensación de que ya no hay nada que hacer. El segundo error, casi siempre, es el que decide.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primer error no es el último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Después de un error, la posición nueva no es la que tenías antes, pero tampoco es una derrota. Muchas veces sigue habiendo recursos: la posición quedó peor, no perdida. La tarea es evaluarla de nuevo, con calma, como si te la dieran para resolver, y buscar la mejor jugada de esa posición, no la que «arregla» el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primer error no es el último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hábito útil: cuando te des cuenta de un error, levántate un momento si el ritmo lo permite, respira, y vuelve al tablero con una sola pregunta: «¿cuál es la mejor jugada aquí?». Defender bien una posición peor es una de las habilidades que más puntos dan a largo plazo.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 perdidas, busca el primer error y mira qué pasó en las cinco jugadas siguientes. Anota si jugaste mejor o peor que antes. Si el patrón se repite, entrena con posiciones peores contra el motor.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