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5 del curso Aperturas y Defensas. Las dos respuestas principales de las negras y sus diferencias.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APERTURAS Y DEFENSAS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2 · Aperturas de peón dama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Gambito de Dama: aceptado vs. rehusado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dos respuestas principales de las negras y sus diferencias.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Gambito de Dama: aceptado vs. rehusado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1.d4 d5 2.c4: si negras captura (2...dxc4, Gambito de Dama Aceptado) cede el centro a cambio de desarrollo cómodo; blancas recupera el peón casi siempre.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negras rehúsa (2...e6, Gambito de Dama Rehusado) sostiene el centro con una estructura sólida pero algo pasiva.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son consideradas completamente sanas al día de hoy; la elección depende del estilo: aceptar favorece el contragolpe, rehusar favorece la solidez.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juega 3 partidas aceptando el gambito y 3 rehusándolo, y compara qué posiciones te resultan más cómodas.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Aperturas y Defensas · Lección 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Gambito de Dama: aceptado vs. rehusado — Aperturas y Defensas</dc:title>
  <dc:subject>Gambito de Dama: aceptado vs. rehusado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