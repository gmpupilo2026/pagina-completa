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primeras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Las reglas de la apertura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Centro, desarrollo y rey seguro: tres reglas que bastan para salir bien de la apertura sin saber teoría de memoria.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reglas de la apertura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apertura tiene tres tareas: ocupar o controlar el centro con peones y piezas, sacar las piezas menores a casillas activas y poner el rey a salvo con el enroque. De ahí salen las reglas de siempre: no mover la misma pieza dos veces sin motivo, no sacar la dama demasiado pronto, no gastar jugadas en peones de los costados y conectar las torres. No son leyes absolutas, pero quien las rompe necesita una razón concreta, como ganar material o castigar un error del rival.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reglas de la apertura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saber si vas bien, cuenta. Después de unas diez jugadas, ¿cuántas piezas menores tienes fuera de su casilla inicial? ¿Tu rey está enrocado o puede enrocar pronto? ¿Tienes algún peón en el centro o lo controlas con piezas? Compara con el rival: si él tiene cuatro piezas desarrolladas y tú dos, vas atrasado aunque tengas un peón de más. Un rey que sigue en el centro con las columnas abriéndose es la señal de peligro más clara.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reglas de la apertura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de club es salir a cazar con la dama en las primeras jugadas. Parece fuerte porque amenaza cosas, pero el rival la ataca con piezas que se desarrollan solas, y cada vez que la dama huye pierdes un tiempo. Otro error es ganar un peón en la apertura a costa de quedarte con el rey en el centro. Si dudas entre dos jugadas, elige la que saca una pieza nueva o acerca el enroque.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próximas cinco partidas, cuando lleves diez jugadas, detente y cuenta las piezas desarrolladas de cada bando. Anótalo y compara con el resultado de la partida.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