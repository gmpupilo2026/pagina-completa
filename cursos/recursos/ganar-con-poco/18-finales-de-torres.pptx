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La técnica en el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Finales de torres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Son los finales más frecuentes y los que más medios puntos regalan. Tres ideas resuelven la mayoría.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torres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Se dice que todos los finales de torres son tablas, y es una exageración con algo de verdad: la torre es tan activa que el bando con desventaja casi siempre encuentra recursos. Por eso ganarlos con un peón de más exige técnica, y por eso tantas partidas ganadas terminan en tablas por un descuido en el final de torres.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torres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Tres ideas resuelven la mayoría. Primero, la actividad: la torre que ataca vale más que la que defiende, y el rey propio tiene que acercarse a los peones. Segundo, la posición de la torre respecto de los peones pasados: detrás, no delante. Tercero, cortar al rey rival: una torre en una columna o fila que el rey rival no puede cruzar vale tanto como un peón.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torres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Además conviene saber de memoria dos posiciones básicas, la de Lucena (cómo se gana con torre y peón) y la de Philidor (cómo se defiende). No son teoría para expertos: aparecen en partidas de todos los niveles, y quien las sabe gana o salva puntos que otros pierden.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Aprende las posiciones de Lucena y de Philidor hasta poder jugarlas contra la computadora sin equivocarte. Después revisa tus finales de torres y marca dónde aparecieron ideas de una o de otra.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