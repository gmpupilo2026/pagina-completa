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¿CAMBIO O NO CAMBIO?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Qué se va y qué queda</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Un cambio transforma la posición</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Cambiar no es neutro: después de cada cambio la partida es otra, y la pregunta es si esa otra partida te conviene.</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 cambio transforma la posición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dos piezas iguales se van del tablero, el material sigue igual y por eso muchos jugadores creen que no pasó nada. Pasó mucho. Se fue una pieza tuya con todo lo que hacía —defender, atacar, controlar casillas— y se fue una pieza rival con todo lo que hacía ella. Si la tuya trabajaba poco y la suya era la que sostenía su posición, saliste ganando aunque el contador de puntos diga empate.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 cambio transforma la posición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Por eso la pregunta correcta antes de cambiar no es «¿pierdo material?», sino «¿cómo queda la posición después?». ¿Quién tiene ahora las piezas activas? ¿Qué casillas quedaron sin dueño? ¿Qué peones quedaron débiles, qué columnas se abrieron, qué rey quedó más expuesto? Un cambio puede convertir una ventaja pequeña en una grande, o borrar en una jugada la ventaja que costó veinte.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 cambio transforma la posición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Este curso entero es una forma de contestar esa pregunta. En cada lección vas a ver un tipo de cambio —de piezas menores, de damas, de torres, hacia un final— y lo que conviene mirar antes de hacerlo. La primera regla es la más simple: nunca cambies por cambiar. Cambia porque lo que queda te sirve.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tres últimas partidas lentas, marca cada cambio de piezas que hiciste. Para cada uno, escribe en una línea qué hacía tu pieza y qué hacía la del rival. ¿Cuántos cambios hiciste solo porque se podía?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¿Cambio o no cambio? · Lección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