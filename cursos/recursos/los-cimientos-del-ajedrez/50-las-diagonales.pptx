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diagonales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diagonal abierta es para el alfil lo que una columna abierta para la torre. Aprende a abrirlas, ocuparlas y cerrarlas a tiempo.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diagonales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alfil vale lo que valen sus diagonales. En una posición cerrada, con peones fijos en casillas de su color, se convierte en un peón grande; en una abierta, con diagonales largas y libres, controla casillas en los dos flancos a la vez. Por eso la lucha por las diagonales es estrategia pura: decide qué alfil será bueno y cuál malo durante el resto de la partida, mucho antes de que haya un golpe táctico a la vista.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diagonales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Mira tres cosas. Primero, de qué color son las casillas donde quedaron fijos los peones: el alfil del mismo color queda encerrado, el del color contrario queda libre. Segundo, quién controla la gran diagonal, de a1 a h8 o de h1 a a8, sobre todo cuando hay un fianchetto. Tercero, qué ruptura de peón abriría o cerraría una diagonal importante. Un peón que avanza una casilla puede liberar a tu alfil o enterrar al del rival.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diagonales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tu alfil es el bueno, abre el juego hacia donde apunta y pon tus peones en casillas del color contrario, para que no le estorben. Cuando es el malo, busca cambiarlo por el alfil bueno del rival o sacarlo por delante de la cadena de peones antes de cerrarla. El error típico es cerrar el centro con peones del color de tu propio alfil sin darse cuenta: la posición parece sólida, pero has dejado una pieza sin trabajo.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Juega una partida lenta en la que, antes de cada avance de peón, te preguntes qué diagonal abre y cuál cierra. Después, revisa cuál de tus dos alfiles terminó más activo y por qué.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