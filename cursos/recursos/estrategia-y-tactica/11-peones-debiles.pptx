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11 del curso Estrategia y Táctica. Aislados, doblados y retrasados: cómo atacarlos y defenderlos.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Estrategia posicional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Peones débiles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Aislados, doblados y retrasados: cómo atacarlos y defenderlos.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Peones débiles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peón aislado no tiene peones propios en las columnas vecinas que lo protejan.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retrasado se queda detrás de la cadena y no puede avanzar con seguridad.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doblados ya se estudiaron en el artículo correspondiente.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comparten un rasgo: la casilla justo delante de ellos suele ser un excelente puesto para una pieza rival.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relee el artículo "Peones doblados" y aplica la misma lógica de evaluación a peones aislados y retrasados.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Peones débiles — Estrategia y Táctica</dc:title>
  <dc:subject>Peones débiles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