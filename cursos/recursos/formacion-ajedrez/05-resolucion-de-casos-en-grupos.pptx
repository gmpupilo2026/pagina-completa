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Dejar que el grupo decida antes de pasar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Dejar que el grupo decida antes de pasar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Dejar que el grupo decida antes de pasar a la siguiente diapositiva.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Repasar en plenaria; cada respuesta con su artículo.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minuto por pregunta, y después las respuestas.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minuto por pregunta, y después las respuestas.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 descr="Portada. Sesión 5: Resolución de casos en grupos y experiencias regionales. Casos integradores de arbitraje y elementos logísticos de un torneo estudiantil. Formación Ajedrez"/>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2" descr="Resolver casos complejos con un método: hechos, artículo, decisión y registro. Planificar la logística de un torneo estudiantil antes, durante y después de las rondas. Comunicar decisiones arbitrales con claridad a estudiantes, familias y docentes. Redactar el informe de una incidencia."/>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3" descr="De 0:00 a 0:10, Repaso y revisión de la tarea. De 0:10 a 0:45, Método para resolver un caso arbitral. De 0:45 a 1:20, Logística de un torneo estudiantil. De 1:20 a 1:30, receso. De 1:30 a 2:20, Casos integradores en grupos. De 2:20 a 2:55, Plenaria de soluciones. De 2:55 a 3:05, receso. De 3:05 a 3:30, Fortalecer el desempeño como persona asesora y árbitra. De 3:30 a 3:50, Quiz de la sesión. De 3:50 a 4:00, Cierre."/>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4" descr="Un caso bien resuelto se puede explicar y defender. Estos cuatro pasos evitan decidir de memoria o por presión. 1. Hechos: qué pasó, en qué orden, con qué pruebas (planillas, reloj, testigos, posición). 2. Artículo: qué regla se aplica (Leyes de la FIDE y normativa del evento). Si no hay una regla exacta, la más cercana, con imparcialidad. 3. Decisión: clara, proporcionada y comunicada a las dos partes, con el artículo. 4. Registro: se anota en la planilla o en el acta y en el informe del torneo."/>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5" descr="La mayoría de los problemas de un torneo escolar se evitan antes de la primera ronda. Acreditación con la Boleta Oficial de la Plataforma JDE, revisada por el comité de la etapa; sin los datos completos no se recibe (art. 27 y 28). Congresillo técnico antes de la etapa: sistema, ritmo, orden de tableros y desempates, todo en el acta oficial. Quien no asista acepta lo acordado (art. 33, 34 y 66.4). Quien arbitra en las etapas Circuital, Regional e Interregional debe ser mayor de edad, de preferencia titulado (art. 14). Lista inicial ordenada y publicada; número de rondas y desempates anunciados. Sala con buena luz y ventilación, mesas numeradas, espacio entre mesas y zona separada para público."/>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6" descr="Materiales: tableros, piezas y relojes revisados y configurados, repuestos, planillas, actas y formulario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7" descr="Receso de 10 minutos. Pausa los relojes: seguimos en breve."/>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8" descr="Durante el torneo, el orden de las tareas se repite ronda a ronda. Publicar el emparejamiento con tiempo y en un lugar visible. Iniciar puntual, recorrer la sala y observar en especial las partidas en apuro de tiempo. Recoger resultados firmados, revisarlos e ingresarlos antes de emparejar la ronda siguiente. Al final: tabla con desempates, acta del torneo, informe de incidencias y premiación."/>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9" descr="En un torneo estudiantil, la decisión arbitral la escuchan estudiantes, familias y docentes. Una decisión correcta mal comunicada genera tanto conflicto como una incorrecta. Habla primero con los dos jugadores, en voz baja y lejos de otras mesas. Explica la regla y el artículo, sin discutir la posición. Las familias y el público no intervienen en las partidas; sus inquietudes se atienden fuera de la sala. Si hay una apelación, informa ante quién y en qué plazo según el reglamento."/>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0" descr="Caso 1: Caso integrador 1: la ronda que empezó tarde. Un suizo escolar a 15 minutos más 5 segundos, 5 rondas. La ronda 3 se publicó con 20 minutos de retraso. Un jugador de blancas llega 5 minutos después de la hora de inicio publicada; el reglamento fija 10 minutos de tolerancia. En su partida, el rival completa una jugada ilegal y, más tarde, suena el celular del jugador que llegó tarde. El reglamento sanciona el celular con la pérdida de la partida."/>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1" descr="Caso 1, decisión: El jugador juega: llegó dentro de la tolerancia, con 5 minutos menos en su reloj. La jugada ilegal del rival (primera, en rápidas) se corrige: se repone la posición y el que llegó tarde recibe un minuto. El celular: pierde la partida según el reglamento. Se registra todo en el acta y se revisa por qué la ronda se publicó tarde."/>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2" descr="Caso 2: Caso integrador 2: empate en el primer lugar. En un todos contra todos de 6 jugadores, dos estudiantes empatan en el primer lugar. Las bases anuncian: 1) encuentro directo, 2) Sonneborn-Berger, 3) número de victorias. Empataron su partida entre sí."/>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3" descr="Caso 2, decisión: El encuentro directo no los separa. Se calcula el Sonneborn-Berger de cada uno (ver el ejemplo de la sesión 3) y, si siguen empatados, el número de victorias. Para la próxima vez: como el primer lugar da el título, conviene que las bases fijen antes un desempate jugado (dos rápidas y, si hace falta, un armagedón)."/>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4" descr="Caso 3: Caso integrador 3: la logística que falló. Al empezar la ronda 1 faltan 4 relojes y 3 tableros tienen piezas incompletas. Hay 30 estudiantes inscrito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5" descr="Caso 3, decisión: Se reorganiza sin perder la puntualidad: se usan los repuestos, se completa con piezas de otros juegos revisando cada tablero, y las mesas sin reloj juegan con un control anunciado por el árbitro o se ubican cerca de la mesa de control con un adjunto. Se registra la incidencia y, para el día presencial, la lista de materiales incluye repuesto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6" descr="Receso de 10 minutos. Pausa los relojes: seguimos en breve."/>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7" descr="Práctica: Resolución grupal de casos integradores. En grupos, se analiza un caso integrador que combina reglas de competición, desempates y logística, y se presenta la solución fundamentada."/>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8" descr="Ejercicio 1: Aplica los cuatro pasos del método al caso «suena un celular» de la sesión 2 y redacta el registro para el acta."/>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19" descr="Ejercicio 2: Escribe la lista de materiales para un torneo de 40 estudiantes (20 mesa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20" descr="Ejercicio 3: Un familiar le señala a su hija una jugada desde el público. ¿Qué hace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21" descr="1. Hechos: suena el celular del jugador X en la mesa N, ronda R, a tal hora. Artículo: 11.3.2 y el reglamento del torneo. Decisión: pérdida de la partida (o la sanción menor que prevea el reglamento), comunicada a las dos partes. Registro: «Ronda R, mesa N: suena el celular del jugador X durante la partida; se aplica el art. 11.3.2 y se declara la partida perdida. Firma del árbitro». 2. 20 tableros y 20 juegos de piezas completos, más 2 o 3 de repuesto; 20 relojes configurados, más 2 o 3 de repuesto; planillas para cada ronda; actas de resultados; formularios de inscripción; lista de cotejo; numeración de mesas; hojas de emparejamiento y tabla para publicar. 3. Nadie puede comentar ni interferir en una partida en curso. Se retira al familiar de la zona de juego y se evalúa si hubo ayuda: si la hubo, se sanciona a la jugadora según el art. 12.9. Se registra la incidencia (art. 11.3.1 y 12.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22" descr="1. ¿Cuál de estos elementos NO forma parte de la logística previa a un torneo escolar? 2. Ante una situación arbitral no contemplada explícitamente en el reglamento, ¿qué debe primar? 3. ¿Cuáles son los cuatro pasos para resolver un caso arbitral? 4. ¿Qué se revisa antes de emparejar la ronda siguiente? 5. ¿Dónde se atienden las inquietudes del público durante una ronda? 6. Además del número de rondas, ¿qué más debe anunciarse en las bases de un torneo antes de empezar? 7. ¿Dónde y cómo debe el árbitro comunicar una decisión a los jugadores involucrado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23" descr="8. Si un jugador quiere apelar una decisión arbitral, ¿qué debe informarle el árbitro? 9. ¿Qué se arma al cerrar un torneo, después de la última ronda?"/>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24" descr="1. El resultado final de las partidas. 2. Aplicar el criterio más cercano del reglamento con imparcialidad, y justificarlo. 3. Hechos, artículo, decisión y registro. 4. Que todos los resultados estén firmados, revisados e ingresados. 5. Fuera de la sala de juego: el público no interviene en las partidas. 6. El sistema de desempates y su orden. 7. Hablando con los dos jugadores, en voz baja y lejos de otras mesas. 8. Ante quién se presenta la apelación y en qué plazo, según el reglamento del torneo. 9. La tabla con los desempates, el acta del torneo, el informe de incidencias y la premiación."/>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ámina 25" descr="Tarea para la próxima sesión: Elaborar una propuesta logística breve (inscripción, espacios, materiales, personal de apoyo) para un torneo estudiantil de su región. ¿Dudas? Este es el momento. Gracias por tu participación."/>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Formación Ajedrez · Sesión 5: Resolución de casos en grupos y experiencias regionales</dc:title>
  <dc:subject>laminas:e2ded4687024d9c045655fb8fa4d3c79bb2fa841030e1e17ab0dba9f34e8e475</dc:subject>
  <dc:creator>Ajedrez Integral</dc:creator>
  <cp:keywords/>
  <dc:description/>
  <cp:lastModifiedBy>Ajedrez Integral</cp:lastModifiedBy>
  <cp:revision>1</cp:revision>
  <dcterms:created xsi:type="dcterms:W3CDTF">2026-01-01T00:00:00Z</dcterms:created>
  <dcterms:modified xsi:type="dcterms:W3CDTF">2026-01-01T00:00:00Z</dcterms:modified>
  <cp:category/>
</cp:coreProperties>
</file>