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72</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3 · La coordinación de las piezas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Dama contra torre</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Dama contra torre se gana en general, pero exige técnica y paciencia. Aprende el plan para ganarlo y los recursos de quien defiende.</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Dama contra torre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Con dama contra torre, sin peones, el bando de la dama gana en casi todas las posiciones, pero no es un final fácil. Requiere técnica y puede llevar muchas jugadas, y la regla de las cincuenta jugadas existe. La idea general es empujar al rey rival hacia el borde con la ayuda del propio rey, sin dejar que la torre se aleje de él y aprovechando cada vez que se separa para ganarla con un ataque doble de la dama.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Dama contra torre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defensa más resistente mantiene la torre pegada a su rey, protegida y lejos de los ataques dobles. Si la torre se aleja, busca un jaque de dama que ataque a la vez el rey y la torre. Las señales de que vas bien son el rey rival en el borde, tu rey cerca de él y la torre limitada a pocas casillas. Cuando la torre se queda sin casillas seguras, suele caer.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Dama contra torre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defensor tiene trucos que hay que conocer: ofrecer la torre para dejar ahogado a su propio rey sin otras jugadas, dar jaques continuos con la torre para buscar tablas, o atacar a la dama si se descuida. El error típico del bando fuerte es dar jaques sin plan, dejar al rival sin jugadas y ahogarlo, o colocar la dama donde la torre la cambia o la ataca. Ve paso a paso: primero el rey, después la dama.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Juega dama contra torre contra el motor desde varias posiciones iniciales, primero con la dama y luego defendiendo con la torre. Cuenta cuántas jugadas necesitas para ganar y apunta qué trucos usó el motor al defender.</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72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