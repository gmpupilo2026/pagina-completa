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13 del curso Aperturas y Defensas. Aperturas posicionales vs. tácticas: qué te conviene más.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APERTURAS Y DEFENSAS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Cómo construir tu repertorio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elegir un repertorio según tu estilo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Aperturas posicionales vs. tácticas: qué te conviene más.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elegir un repertorio según tu estilo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una "mejor" apertura universal.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disfrutas el cálculo y las posiciones abiertas, un repertorio basado en 1.e4 con líneas afiladas (Italiana, Gambito Evans) te sentará mejor.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prefieres la planificación a largo plazo, 1.d4 o 1.Cf3 con estructuras sólidas encajan más con tu estilo.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elige 2 aperturas de este curso que se ajusten a tu estilo y júgalas exclusivamente durante 10 partidas.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Aperturas y Defensas · Lección 13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Cómo elegir un repertorio según tu estilo — Aperturas y Defensas</dc:title>
  <dc:subject>Cómo elegir un repertorio según tu estilo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