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Cambiar para ganar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Pasar a un final que se gana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forma más segura de cobrar una ventaja pequeña es llevar la partida a un final donde esa ventaja decide.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a un final que se gana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Muchas ventajas pequeñas no alcanzan para ganar en el medio juego, porque el rival tiene piezas para defenderse y para crear contrajuego. Pero esas mismas ventajas, en el final, se vuelven decisivas: un rey más activo, un peón pasado, una mayoría en un flanco. El arte está en elegir el momento de la transición.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a un final que se gana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elegir bien hay que conocer los finales que resultan. Un final de torres con un peón de más se gana a menudo, pero no siempre; un final de peones con un peón de más casi siempre se gana; un final de alfiles de distinto color con un peón de más suele ser tablas. Saber esto antes de cambiar evita muchas desilusiones.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Pasar a un final que se gana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Por eso estudiar finales no es solo para el final de la partida: es para el medio juego. Quien sabe qué finales se ganan puede dirigir la partida hacia ellos desde la jugada 25; quien no lo sabe, cambia las piezas que le ofrecen y descubre después que el final era tablas.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en una partida tengas una ventaja pequeña, escribe antes de cada cambio qué final quedaría si se cambiara todo. Al terminar, compara lo que escribiste con lo que pasó.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