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El mapa de los finales  ·  Bloque 1: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
Rey y peón contra rey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1 a 3 · 14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Decidir de un vistazo si un peón corona: la regla del cuadrado, la oposición con el peón en sexta y las casillas críticas.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Antes de calcular, mirar: cuadrado, casillas críticas y quién tiene la oposición. Con eso se resuelven casi todos los finales de un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1 · El cuadrado del peón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2 · El peón en sexta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1 · El cuadrado del peón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¿Puede un peón coronar sin la ayuda de su rey? La regla del cuadrado responde de un vistazo: se traza un cuadrado con lado igual a la distancia del peón a la coronación; si el rey defensor entra en él con su jugada, alcanza al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Regla del cuadrado: si el rey defensor, al mover, entra en el cuadrado del peón, lo captura; si no entra, el peón corona.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peón todavía no ha movido, cuenta el cuadrado desde la casilla a la que llega con su primer salto doble.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Interposición: si el rey fuerte logra ponerse entre el rey rival y el peón, el peón corona siempre.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 · El cuadrado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carrera del rey contra el peón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1.a4 Rf7 2.a5 Re6 3.a6 Rd6 4.a7 Rc7 5.a8=D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16352"/>
            <a:ext cx="5486400" cy="3310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1.a4 el cuadrado tiene vértices a4-a8-e8-e4. El rey negro en g8 está fuera y con 1...Rf7 tampoco entra: el peón llega solo.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 · El cuadrado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cuadrado dibujado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1...Rf7 2.a5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98786"/>
            <a:ext cx="5486400" cy="3427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peón en a4, el rey debería pisar e4, e8 o cualquier casilla del cuadrado. Desde g8 no llega: la primera jugada del rey ya decide.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1 · El cuadrado del peón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Interponer el rey y apoyar el avance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1.Rc7 Re6 2.b4 Rd5 3.b5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1893"/>
            <a:ext cx="5486400" cy="3384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negro está dentro del cuadrado, así que el peón necesita ayuda. 1.Rc7 impide ...Re8-d8 y cierra el camino del rey rival; desde c7 el rey blanco escolta al peón en sus tres últimos pasos. El rey defensor nunca llega a molestar.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2 · El peón en sexta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Cuando el rey solitario logra ponerse delante del peón todo depende de la posición relativa de los reyes. Con el peón en sexta la oposición decide: quien NO tiene que mover gana la lucha.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Con el peón en sexta, la oposición de los reyes es decisiva: si el bando fuerte la tiene, corona; si la tiene el defensor, es tablas.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No conviene precipitar el avance a sexta: hazlo sólo con el camino despejado o cuando con ese avance ganas la oposición.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La oposición ya conseguida puede perderse si alguna casilla necesaria para mantenerla está controlada por el peón.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La defensa más simple del bando débil: oscilar entre las dos casillas de delante del peón; sólo cuando no pueda seguir ahí, tomar la oposición.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•  Peón de caballo: la oposición diagonal salva posiciones que con un peón central estarían perdidas, gracias al ahogado en la banda.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Juegan blancas: el peón entra solo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1.f7 Re7 2.Rg7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06624"/>
            <a:ext cx="5486400" cy="3419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blancas al mover, f7 obliga al rey negro a apartarse y el rey blanco cubre la casilla de coronación.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Juegan negras: la oposición salva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1...Rg8 2.f7+ Rf8 3.Rf6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1893"/>
            <a:ext cx="5486400" cy="33845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toman la oposición. Ahora 2.f7+ Rf8 y el rey blanco tiene que dejar al peón o ahogar: tablas. Otras jugadas tampoco ganan si el rey negro se mantiene delante del peón.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Reyes en oposición con el peón en sexta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1.f7+ Rf8 2.Rf6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0542"/>
            <a:ext cx="5486400" cy="34159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imagen que hay que grabar: peón en sexta, reyes enfrentados, mueven las blancas. El peón no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Con otros reyes: ganar la oposición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1.Ra6 Rb8 2.Rb6 Rc8 3.c7 Rd7 4.Rb7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5001"/>
            <a:ext cx="5486400" cy="3341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1.Ra6 toma la oposición (1.Rb6?? Rb8 y la toma el negro). Ojo con 2...Ra8: hay que responder 3.Rc7 y no 3.c7??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oposición se puede perder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1.Rf5 Rg8 2.Rg6 Rf8 3.Rf6 Re8 4.e7 Rd7 5.Rf7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4189"/>
            <a:ext cx="5486400" cy="33022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Los reyes parecen en oposición, pero el peón controla f7: el rey negro no puede mantenerla. 1.Rf5 deja al negro sin casilla buena; vaya donde vaya, el rey blanco recupera la oposición en sexta. Las negras pierden mueva quien mueva.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2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2 · El peón en sexta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peón de caballo y la oposición diagonal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1.Rh1 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87029"/>
            <a:ext cx="5486400" cy="34394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un peón central esta posición estaría perdida. Con el peón de caballo, 1.Rh1! deja al rey blanco ahogado tras 1...Rf2, y si el rey negro se aleja, el blanco vuelve al bloqueo con Rg2.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 · Las casillas críticas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el peón más atrás de la sexta, la herramienta principal son las casillas críticas: si el rey fuerte pisa una de ellas, el peón corona. La oposición sólo sirve como medio para llegar a ellas o para impedirlo.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en quinta: las casillas críticas son las tres de delante (para un peón en f5: e6, f6 y g6).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Peón por detrás de la quinta: las casillas críticas están dos filas por delante del peón (peón en d4: c6, d6, e6; peón en d3: c5, d5, e5).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en una casilla crítica: abrir camino con el rey, no avanzar el peón antes de tiempo.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Oposición distante: reyes en la misma columna con 3 o 5 casillas entre ambos; sirve para frenar el avance del rey rival hacia las casillas críticas.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Tiempo de reserva: cuando los reyes están en oposición y te toca mover, una jugada de peón traslada el turno al rival.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Las tres casillas críticas del peón en quinta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1.Rf6 Re8 2.Rg7 Re7 3.f6+ Re6 4.f7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5001"/>
            <a:ext cx="5486400" cy="3341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ya ocupa una casilla crítica: gana. 1.f6?? Re8 daría la oposición al negro. 1.Rf6 y luego 2.Rg7 abre el camino del peón.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de caballo: cuidado con el ahogado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1.Rg6 Rg8 2.Rh6 Rh8 3.g6 Rg8 4.g7 Rf7 5.Rh7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20270"/>
            <a:ext cx="5486400" cy="33062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1.g6? es ahogado. El rey pasa al otro lado del peón para poder aplicar la técnica del peón en sexta sin trucos de ahogado.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Peón en cuarta: casillas críticas dos filas por delante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1.Rd5 Re7 2.Rc6 Rd8 3.Rd6 Rc8 4.Re7 Rc7 5.d5 Rc8 6.d6 Rb7 7.d7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1.Rd5 apunta a c6. 1.Re5?? Re7 y la oposición impide llegar a las casillas críticas. Una vez en c6, el resto es la técnica ya conocida.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oposición distante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1.Rb1 Rb4 2.Rb2 c4 3.Rc2 c3 4.Rc1 Rb3 5.Rb1 c2+ 6.Rc1 Rc3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75134"/>
            <a:ext cx="5486400" cy="32513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Casillas críticas del peón en c4: b3, c3 y d3. 1.Rb1! toma la oposición distante: el rey negro puede avanzar una fila, pero al hacerlo el blanco le sale al paso con la oposición directa y no lo deja llegar a las casillas críticas.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 · Las casillas críticas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tiempo de reserva del peón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1.g4 Rh7 2.Rf6 Rh8 3.Rg6 Rg8 4.g5 Rh8 5.Rf7 Rh7 6.g6+ Rh6 7.g7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94729"/>
            <a:ext cx="5486400" cy="32317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rey blanco ya está en casilla crítica pero el rival tiene la oposición. Una jugada de peón pasa el turno: ahora es el negro quien tiene que ceder.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Resuelve los tres diagramas clave de memoria: tapa la solución, decide el resultado y después comprueba jugando contra el motor.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Recorre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Practica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Anota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El mapa de los finales · Lección 1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