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Las primeras herramientas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Más dibujos de mate</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Caballo y dama, alfil y torre, alfil y dama en la diagonal larga: aprende las parejas de piezas que dan mate juntas y en qué casillas se encuentran.</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Más dibujos de mate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Además de los mates básicos, hay un segundo grupo de dibujos que nacen de la colaboración de dos piezas. La dama y el caballo se complementan muy bien: el caballo cubre casillas que la dama no alcanza y la dama da el golpe apoyada por él. El alfil y la torre forman otra pareja clásica: el alfil corta la huida en diagonal y la torre da el jaque en la columna o la fila. Y la dama con un alfil en la diagonal larga ataca la casilla de al lado del rey enrocado, que suele ser la más débil.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Más dibujos de mate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reconocerlos, mira qué casillas cerca del rey rival controla ya alguna de tus piezas. Si un alfil o un caballo tuyo apunta a la casilla que está delante del rey enrocado, esa casilla es un punto de apoyo para la dama. Si el rival movió los peones del enroque, quedan huecos por donde entran tus piezas. Un caballo instalado cerca del rey, sobre todo si no se lo pueden cambiar, casi siempre anuncia que algún mate está cerca.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Más dibujos de mate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Lo que hace la diferencia es pensar en parejas. Un jugador que ve solo sus piezas una por una dice «no tengo con qué dar mate»; uno que piensa en parejas pregunta «¿qué pieza le falta a mi dama para llegar?». Cuando ataques, acerca primero la pieza de apoyo y después la que da el golpe. El error común es lanzar la dama sola: da un par de jaques, el rey se escapa y la dama queda lejos de casa.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Busca en tus partidas un momento en que tu dama estaba cerca del rey rival. Pregúntate qué otra pieza le faltaba para dar mate y cuántas jugadas tardaba en llegar.</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