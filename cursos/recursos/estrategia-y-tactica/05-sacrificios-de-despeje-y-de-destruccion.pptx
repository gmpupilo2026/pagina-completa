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Estrategia y Táctica. Entregar material para abrir líneas o eliminar defensores.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Motivos tácticos fundamentales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Sacrificios de despeje y de destrucción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material para abrir líneas o eliminar defensores.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Sacrificios de despeje y de destrucción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sacrificio de despeje entrega una pieza para liberar una casilla o línea que necesitas para tu ataque.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sacrificio de destrucción elimina a un defensor clave (a menudo con una captura que el rival "debe" aceptar) para dejar expuesta una debilidad detrás.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aceptar cualquier sacrificio en tus partidas, pregúntate qué línea o casilla se libera si lo rechazas.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Sacrificios de despeje y de destrucción — Estrategia y Táctica</dc:title>
  <dc:subject>Sacrificios de despeje y de destrucción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