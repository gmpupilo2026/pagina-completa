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La táctica que sostiene el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interferencia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Poner una pieza entre dos piezas rivales que se defienden corta su comunicación.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interferencia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piezas de largo alcance —torres, alfiles, la dama— se defienden a distancia. Una torre en la primera fila cuida a otra en la octava por la columna; un alfil cubre una casilla de coronación desde el otro lado del tablero. La interferencia es poner una pieza propia en medio de esa línea para cortarla.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interferencia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pieza que interfiere muchas veces se pierde, pero no importa: al cortar la línea, una de las dos piezas rivales queda sin defensa, o la casilla que vigilaban queda libre. Es una táctica difícil de ver porque la jugada no ataca nada directamente.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interferencia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encontrarla, traza las líneas por las que se defienden las piezas rivales y busca una casilla en medio a la que pueda llegar una pieza tuya.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cinco posiciones de tus partidas, dibuja (o imagina) las líneas por las que se defienden las piezas largas del rival. Busca si alguna casilla de esas líneas estaba al alcance de una pieza tuya.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