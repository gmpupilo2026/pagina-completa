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ÁRBITRO NACIONAL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8 · El oficio del árbitro: títulos, deberes y formación continua (B.06)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carrera de árbitro: de árbitro nacional a árbitro internacional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El Handbook B.06: los tres títulos de árbitro de la FIDE, qué pide cada uno y cómo se acumulan las normas.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carrera de árbitro: de árbitro nacional a árbitro internacional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FIDE otorga tres títulos de árbitro, de menor a mayor: Árbitro Nacional (norma de cada federación, no de la FIDE), Árbitro FIDE (FA) y Árbitro Internacional (AI). El de árbitro nacional lo define y otorga cada federación nacional según sus propios requisitos — es el título al que apunta este curso, y el escalón que arbitraje.html llama "Nivel de Árbitro Nacional" mide el conocimiento del reglamento que ese examen suele pedir, no el título en sí.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carrera de árbitro: de árbitro nacional a árbitro internacional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el título de Árbitro FIDE, el Handbook B.06 pide aprobar un seminario con examen homologado por la FIDE, acumular experiencia dirigiendo o asistiendo en torneos válidos para rating FIDE, y una edad mínima. El título de Árbitro Internacional pide, además, normas de arbitraje en torneos de determinado nivel y categoría, dirigidos con evaluación positiva.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carrera de árbitro: de árbitro nacional a árbitro internacional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"Norma" en el arbitraje funciona parecido a como funciona para los jugadores: se obtienen dirigiendo torneos específicos, con determinados requisitos de tamaño, categoría y desempeño, y se acumulan un número mínimo de normas distintas antes de poder solicitar el título — no alcanza con "haber arbitrado mucho" si esos torneos no califican.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carrera de árbitro: de árbitro nacional a árbitro internacional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seminario y el examen no reemplazan el estudio de las Leyes: comprueban que ese estudio se hizo. Un curso como este prepara el conocimiento; el camino formal (inscripción, seminario, examen, licencia) es un trámite de la federación y de la FIDE que no depende del sitio ni de este curso.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Investigar y redactar, con los requisitos vigentes de la propia federación nacional, los pasos concretos para inscribirse al examen de árbitro nacional: qué documentación piden, si exigen un seminario previo, y qué experiencia práctica (si alguna) es requisito antes de rendir.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Árbitro Nacional · Lección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