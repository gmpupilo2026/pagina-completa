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59</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La coordinación de las piezas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Las ventajas que no se ven</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No toda ventaja es material. Aprende a reconocer la casilla fuerte, la pieza mala del rival, el espacio y el tiempo como ventajas reales.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ventajas que no se ven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partida no se decide solo por quién tiene más piezas. Hay ventajas que no aparecen en el conteo de material y que pesan igual o más: un caballo instalado en una casilla de la que nadie lo puede echar, un alfil malo del rival encerrado tras sus peones, más espacio para maniobrar, un rey más seguro, una columna abierta en tu poder o simplemente piezas mejor colocadas. Saber verlas es saber evaluar.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ventajas que no se ven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encontrarlas, compara pieza por pieza: cuál de tus piezas está mejor que la equivalente del rival y cuál peor. Mira la estructura de peones y busca casillas que un peón enemigo ya no puede atacar. Pregúntate qué rey está más seguro y quién controla las columnas abiertas. Si casi todas las respuestas te favorecen aunque el material esté igualado, tienes una ventaja real, aunque el marcador no la muestre.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ventajas que no se ven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ventajas que no se ven tienden a desaparecer si no se usan: el rival mejora su pieza mala, cubre el hueco o abre otra línea. Por eso, cuando tienes una, hay que convertirla en algo concreto, ya sea material, un ataque o un final favorable. El error típico es cambiar piezas sin pensar y deshacerte justo de la pieza buena que tenías, o cambiar la pieza mala del rival, que era su peor problema.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Elige tres posiciones de tus partidas con material igualado. Para cada una, haz una lista de las ventajas que no se ven de cada bando y decide quién estaba mejor. Después compáralo con la evaluación del motor.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59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