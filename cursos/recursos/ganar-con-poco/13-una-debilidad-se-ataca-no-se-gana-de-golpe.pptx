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Los peones deciden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Una debilidad se ataca, no se gana de golpe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peón débil no cae al primer ataque: se fija, se ataca con más piezas de las que lo defienden, y cae solo.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Una debilidad se ataca, no se gana de golpe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 peón aislado, uno doblado o uno retrasado en una columna abierta son debilidades: no pueden ser defendidos por otros peones y obligan a las piezas a cuidarlos. Pero rara vez se ganan en una jugada. El rival tiene tiempo de defenderlos, y si lo atacas con prisa, lo defiende y la ventaja se queda en 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Una debilidad se ataca, no se gana de golpe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técnica es otra. Primero, fijar el peón: que no pueda avanzar ni cambiarse. Después, atacarlo con más piezas de las que lo pueden defender. Y si el rival logra defenderlo con todo, aprovechar que sus piezas están atadas para atacar en otro lado: el peón débil hizo su trabajo aunque no caiga.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Una debilidad se ataca, no se gana de golpe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Esta paciencia es lo que más cuesta entre los 1500 y los 2000 puntos: se ve el peón débil, se ataca dos veces, el rival lo defiende dos veces, y se cambia de plan. El jugador con técnica, en cambio, busca una tercera pieza que ataque, o una jugada tranquila que le quite al rival una de sus defensas.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Busca en tus partidas un peón débil del rival. Cuenta cuántas piezas lo atacaron y cuántas lo defendieron en cada momento. ¿Hubo algún momento en que los atacantes fueron más?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