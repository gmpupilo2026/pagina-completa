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del curso Preparación para Torneos. Herramientas para investigar aperturas y rivales.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Repertorio y preparación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bases de datos de partidas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investigar aperturas y rivales.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bases de datos de partidas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de partidas te permite ver estadísticas de resultados por apertura, encontrar las partidas más recientes de un rival y detectar novedades teóricas en tu repertorio.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Úsala para confirmar que tus líneas siguen siendo sólidas, no para memorizar variantes sin entenderlas.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en una base de datos disponible 3 partidas recientes en tu apertura principal y anota la novedad más reciente.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bases de datos de partidas — Preparación para Torneos</dc:title>
  <dc:subject>Uso de bases de datos de partidas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