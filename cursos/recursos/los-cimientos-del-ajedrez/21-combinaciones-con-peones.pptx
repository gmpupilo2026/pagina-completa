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Combinaciones con peones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peón también da golpes: horquillas, rupturas y avances con amenaza. Aprende a usar la pieza más barata como arma táctica.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con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peón es la pieza que menos vale, y justamente por eso es un arma táctica temible: cualquier pieza que ataque está en peligro, porque cambiarla por un peón es perder. La horquilla de peón, que ataca dos piezas en diagonal a la vez, gana material casi siempre. El avance de un peón que ataca una pieza también sirve para ganar tiempos o echar a una pieza de una buena casilla. Y en el final, las rupturas de peones crean un peón pasado de la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con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Busca casillas donde un peón tuyo, con un solo avance, ataque dos piezas rivales: dos piezas en la misma fila separadas por una casilla son el blanco perfecto. En los finales, mira los grupos de peones enfrentados: a veces sacrificar uno o dos peones abre el paso a un tercero, que corona antes de que el rey rival llegue. La ruptura funciona mejor cuando tus peones están avanzados y el rey rival está lejos.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con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olvidar que los peones atacan. Muchos jugadores colocan dos piezas al lado una de otra frente a un peón rival que puede avanzar, y pierden una. Al atacar, no descartes un sacrificio de peón porque «se pierde un peón»: si abre una línea, desvía a un defensor o crea un peón pasado imparable, vale mucho más de lo que cuesta. Cuenta siempre qué ganas a cambio antes de decidir.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 rápidas, antes de cada jugada revisa si algún peón tuyo puede avanzar atacando dos piezas a la vez. En los finales, cuenta si alguna ruptura te deja un peón pasado.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