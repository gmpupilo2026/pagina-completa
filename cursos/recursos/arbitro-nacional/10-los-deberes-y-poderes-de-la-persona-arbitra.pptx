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10</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ÁRBITRO NACIONAL</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5 · Conducta y los deberes de quien arbitra (art. 11-12)</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Los deberes y poderes de la persona árbitra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El artículo 12 desde el otro lado: qué le exige el reglamento a quien dirige la sala, no a quien juega.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Los deberes y poderes de la persona árbitra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artículo 12.1 pone en cabeza de quien arbitra la aplicación de las Leyes, y el 12.2 la responsabilidad de dirigir la competencia velando por el interés del juego y del torneo — dos obligaciones que a veces tensionan (una decisión estrictamente reglamentaria puede no ser la mejor para el torneo) y que el reglamento espera que se resuelvan a favor del reglamento primero.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Los deberes y poderes de la persona árbitra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árbitro debe intervenir si observa jugadas ilegales, posiciones incorrectas o dispositivos prohibidos, sin esperar reclamo (art. 12.4); debe indicar cuando termina un período de control si eso no es visible en el reloj (12.5); y puede otorgar tiempo adicional a un jugador si el rival, un espectador o la organización lo perturbaron indebidamente (12.7) — este último es discrecional, así que quien arbitra necesita poder justificarlo con lo que observó, no solo con lo que le contaron.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Los deberes y poderes de la persona árbitra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artículo 12.8 permite que un jugador apele cualquier decisión del árbitro ante el comité de apelación, si el reglamento del torneo prevé uno; hasta que se resuelve la apelación, la decisión original del árbitro se mantiene, salvo que el propio reglamento del torneo diga otra cosa. Saber esto de memoria evita el error de "congelar" una partida por las dudas mientras se arma un comité.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Los deberes y poderes de la persona árbitra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deber de imparcialidad no está en un solo artículo: atraviesa todo el capítulo 12 y es la razón por la que un árbitro no puede dirigir una partida donde tiene un conflicto de interés (un alumno propio, un familiar) sin avisarlo a la organización — es el mismo principio que en el sitio decide quién administra los pagos y los informes, y no es casualidad: la confianza en quien decide es la mitad de lo que sostiene un torneo.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Elaborar una lista de verificación propia (no copiada) de diez deberes del árbitro que salgan del artículo 12, ordenados por cuándo se aplican: antes de la ronda, durante la ronda, y al cierre — y marcar cuáles de esos diez son discrecionales (piden criterio) y cuáles son obligatorios sin excepción.</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Árbitro Nacional · Lección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