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El rey en el centro y los enroques opuestos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Enroques opuestos: la carrera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Cuando los reyes están en flancos distintos, los dos atacan con los peones. Gana quien llegue primero, y cada tiempo cuenta.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Enroques opuestos: la carrera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los reyes enrocados en flancos opuestos, la partida cambia de carácter. Cada bando puede lanzar sus peones contra el rey rival sin debilitar el propio, y el medio juego se vuelve una carrera: quien abra primero las líneas contra el otro rey suele ganar.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Enroques opuestos: la carrera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esa carrera, una jugada defensiva es casi siempre un tiempo perdido. Vale más un peón que avanza contra el rey rival que una pieza que defiende el propio, y muchas veces se entrega material solo para abrir una columna un tiempo antes. Lo que se cuenta no son los peones, sino las jugadas que faltan para que cada ataque llegue.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Enroques opuestos: la carrera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cada jugada, cuenta: ¿cuántas jugadas faltan para mi primera amenaza seria? ¿Y para la suya? Si estás atrás, defenderte con una jugada que además frena su ataque puede ser lo único que sirve.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tres partidas de entrenamiento con enroques opuestos (por ejemplo, contra la Siciliana Dragón o con el enroque largo en la Caro-Kann). Después de cada una, cuenta cuántas jugadas tardó cada ataque en abrir una columna.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