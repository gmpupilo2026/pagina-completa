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GANAR CON POCO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5 · La técnica en el final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Finales de caballos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Los finales de caballos se parecen a los de peones: cuentan los tiempos y un peón de más suele alcanzar.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Finales de caballos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Los finales de caballos tienen fama de difíciles, pero siguen reglas bastante claras. Un peón de más suele ser suficiente para ganar, porque el caballo, a diferencia de la torre o del alfil, no puede frenar a un peón pasado desde lejos: tiene que ir hasta él.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Finales de caballos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Por eso un peón pasado lejano es todavía más fuerte en estos finales que en otros: el caballo que va a frenarlo deja todo lo demás sin cuidar. Y por eso los reyes son tan importantes: un rey activo ayuda a su caballo a frenar peones y a ganar los del rival.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Finales de caballos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Hay que cuidar un detalle: el caballo puede dar jaques dobles y horquillas en cualquier momento. Antes de cada jugada en un final de caballos, revisa qué casillas quedan al alcance del caballo rival, sobre todo las que atacan a tu rey y a una pieza o peón a la vez.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Juega contra la computadora diez finales de caballo y tres peones contra caballo y dos peones, en el mismo flanco y en flancos distintos. Anota en cuáles ganaste y qué los diferenciaba.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Ganar con poco · Lección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