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8 del curso Cálculo y Visualización. Ejercicios de visualización pura, sin ver el tablero.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CÁLCULO Y VISUALIZACIÓN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Visualización avanzada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Ajedrez a la ciega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de visualización pura, sin ver el tablero.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Ajedrez a la ciega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Jugar sin ver el tablero (anunciando jugadas en voz alta) es el entrenamiento de visualización más exigente que existe.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necesitas llegar a jugar una partida completa a la ciega: incluso 5-10 jugadas sin mirar mejoran notablemente tu visualización normal.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juega las primeras 8 jugadas de una apertura conocida sin mirar el tablero, anunciando cada jugada.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y Visualización · Lección 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Ajedrez a la ciega — Cálculo y Visualización</dc:title>
  <dc:subject>Ajedrez a la ciega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