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Del patrón al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Las piezas trabajan juntas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Una pieza sola no hace nada; varias que apuntan al mismo objetivo deciden la partida. Aprende a reconocer piezas desconectadas y a mejorar la peor.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piezas trabajan juntas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coordinación es que tus piezas se apoyen entre ellas y apunten a los mismos objetivos. Un caballo bien puesto vale poco si nadie más ataca la casilla que controla; una torre en una columna abierta rinde más con la otra detrás. Las piezas coordinadas se defienden unas a otras, así que el rival no encuentra objetivos tácticos. Las piezas descoordinadas, en cambio, se estorban, quedan sueltas y son las primeras víctimas de un ataque doble.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piezas trabajan juntas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revisar la coordinación, pregúntate tres cosas: qué pieza está peor, cuáles están sueltas y si todas trabajan en el mismo sector del tablero. Una pieza mal puesta es la que no tiene jugadas útiles o está tapada por sus propios peones. Una pieza suelta es la que no está defendida por ninguna otra, y es la señal de alarma más importante, porque casi todas las combinaciones del rival empiezan atacando algo suelto. Si tus piezas apuntan a lados distintos, no hay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piezas trabajan juntas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regla práctica es mejorar la peor pieza: cuando no hay nada forzado, mueve la que menos hace. El error típico es mover siempre las mismas piezas activas y dejar una torre o un alfil sin jugar en toda la partida. Otro error es atacar en un flanco con dos piezas mientras las otras siguen en casa: el ataque no prospera y las piezas que salieron quedan expuestas. Antes de atacar, junta las piezas; después golpea.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 próxima partida, cada cinco jugadas detente y nombra tu pieza peor. Tu jugada siguiente, si no hay nada forzado, debe mejorar esa pieza.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