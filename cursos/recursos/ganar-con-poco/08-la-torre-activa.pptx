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Piezas buenas y piezas malas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torre activa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torre que ataca vale mucho más que una que defiende. En los finales de torres, la actividad pesa más que un peón.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activa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torre necesita columnas abiertas y filas libres. En el medio juego, la ventaja pequeña más típica es tener una torre en la única columna abierta: desde ahí entra a la séptima fila, ataca los peones desde atrás y obliga a las piezas rivales a quedarse defendiendo.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activa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los finales de torres la regla es todavía más fuerte: una torre activa compensa muchas veces un peón de menos, y una torre pasiva, atada a defender un peón, puede perder un final con material igual. Los jugadores con técnica prefieren entregar un peón antes que dejar su torre en una casilla pasiva.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activa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Dos reglas sencillas ayudan mucho. Primero, la torre va detrás de los peones pasados, propios o rivales: detrás de uno propio lo empuja, detrás de uno rival lo frena desde lejos. Segundo, una torre en la séptima fila rival vale casi un peón: ataca los peones que no avanzaron y encierra al rey en su última fila.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Revisa tus últimos tres finales de torres. Para cada uno, marca en qué momento tu torre pasó a defender. ¿Había una forma de mantenerla activa, aunque costara un peón?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