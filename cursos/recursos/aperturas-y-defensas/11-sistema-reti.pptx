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11 del curso Aperturas y Defensas. Flexibilidad posicional: desarrollar antes de fijar los peones.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Aperturas semiabiertas y de flanco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Réti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 posicional: desarrollar antes de fijar los peones.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Réti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1.Nf3 seguido de g3, Bg2 y c4 desarrolla las piezas antes de decidir la estructura de peones central, dejando que el rival revele sus intenciones primero.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base histórica de la escuela "hipermoderna", que desafió la idea clásica de ocupar el centro directamente desde la apertura.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relee el artículo "El centro del tablero" y relaciona sus ideas con este sistema.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Réti — Aperturas y Defensas</dc:title>
  <dc:subject>Sistema Réti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