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Repasar en plenaria; cada respuesta con su artículo.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Repasar en plenaria; cada respuesta con su artículo.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9728" cy="2377440"/>
          </a:xfrm>
          <a:prstGeom prst="rect">
            <a:avLst/>
          </a:prstGeom>
          <a:solidFill>
            <a:srgbClr val="F4C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09728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F4C430"/>
                </a:solidFill>
                <a:latin typeface="Calibri"/>
              </a:rPr>
              <a:t>SESIÓN 3  ·  FORMACIÓN AJEDREZ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1033272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98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Apéndices de las Leyes de Ajedrez, normativa JDE y sistemas de emparejamiento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886200"/>
            <a:ext cx="103327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Ajedrez rápido y relámpago, sistemas de desempate, normativa vigente de los Juegos Deportivos Estudiantiles y los sistemas de emparejamiento suizo y todos contra todos.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9FB3C8"/>
                </a:solidFill>
                <a:latin typeface="Calibri"/>
              </a:rPr>
              <a:t>Programa de Formación para Personas Árbitras y Asesoras  ·  Juegos Deportivos Estudiantiles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Al terminar esta sesión, cada participante podrá: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Clasificar un control de tiempo como clásico, rápido o relámpago con la fórmula de 60 jugadas.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Aplicar las diferencias de las rápidas y el relámpago, con y sin supervisión adecuada.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Calcular Buchholz, Buchholz con corte, Sonneborn-Berger y encuentro directo.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Aplicar el artículo 66 de la Normativa JDE 2026: modalidades, sistemas y ritmos por etapa, anotación, puntos y desempates.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Aplicar las reglas básicas del sistema suizo: rivales, colores y descansos.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Ordenar la lista inicial y emparejar la primera ronda.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Emparejar una ronda siguiente por grupos de puntuación.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Objetivos de la sesión (continuación)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Al terminar esta sesión, cada participante podrá: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Calendarizar un torneo de todos contra todos con las tablas de Berger.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Elegir el sistema adecuado según participantes, tiempo y objetivo del torneo.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Cronograma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Sesión 3 · 4 horas (240 minutos)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8308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463040"/>
                <a:gridCol w="7162495"/>
              </a:tblGrid>
              <a:tr h="381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Horario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Repaso y revisión de la tarea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0:15 – 0:50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Ritmos de juego: los apéndices A y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0:50 – 1:20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Sistemas de desempate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1:20 – 1:40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La Normativa JDE 2026 (art. 30 y 66)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1:40 – 1:50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1:50 – 2:25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El sistema suizo: reglas básicas y rondas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2:25 – 2:45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Todos contra todos y elegir el sistema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2:45 – 2:55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2:55 – 3:25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Práctica integradora: desempates y cuadros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3:25 – 3:45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Quiz de la sesión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3:45 – 4:00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Cómo se clasifica un ritmo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apéndices A.1 y B.1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15"/>
              </a:spcAft>
            </a:pPr>
            <a:r>
              <a:rPr sz="2700" b="0">
                <a:solidFill>
                  <a:srgbClr val="3172AC"/>
                </a:solidFill>
                <a:latin typeface="Calibri"/>
              </a:rPr>
              <a:t>Para clasificar un control de tiempo se supone una partida de 60 jugadas: se suma el tiempo base más 60 veces el incremento. Con 10 minutos o menos por jugador es relámpago; con más de 10 y menos de 60 es rápidas; con 60 o más es ritmo clásico.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3 min + 2 s: 3 + 2 = 5 minutos, relámpago.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15 min + 10 s: 15 + 10 = 25 minutos, rápidas.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90 min + 30 s: 90 + 30 = 120 minutos, clásico.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En rápidas y relámpago rigen las Leyes con los cambios que fijan sus apéndices.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Rápidas y relámpago en la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apéndices A.2 a A.5 y B.3 (Manual del Árbitro FIDE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3172AC"/>
                </a:solidFill>
                <a:latin typeface="Calibri"/>
              </a:rPr>
              <a:t>En estos ritmos no es obligatorio anotar, salvo que el reglamento del evento lo exija; aun así, el jugador conserva sus reclamos. Las sanciones de tiempo de los art. 7 y 9 son de un minuto en lugar de dos.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Supervisión adecuada (A.4): una persona árbitra por cada tres partidas como máximo, que registra cada partida. Con ella rigen las reglas de competición, como en ritmo clásico.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Sin esa supervisión (A.5), pasadas 10 jugadas de cada bando ya no se cambia el reloj ni se reclama por el tablero mal armado u orientado (A.5.1).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Jugada ilegal sin esa supervisión: la persona árbitra actúa si el rival todavía no hizo su jugada; si nadie reclama y el rival ya jugó, la jugada ilegal queda (A.5.2).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Caída de bandera: quien reclama pausa el reloj y avisa; si no puede dar mate con ninguna serie de jugadas legales, son tablas (A.5.3).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Rápidas y relámpago en la práctica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apéndices A.2 a A.5 y B.3 (Manual del Árbitro FIDE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El mate termina la partida al instante: si un jugador da mate y un instante después cae su bandera, gana quien dio mate.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Buchholz y sus cortes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Reglamento de desempates de la FIDE (Handbook C.07)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3172AC"/>
                </a:solidFill>
                <a:latin typeface="Calibri"/>
              </a:rPr>
              <a:t>El Buchholz suma los puntos finales de todos los rivales que enfrentó el jugador: mide la dureza de su recorrido. Es el desempate más usado en el sistema suizo. El Buchholz con corte 1 quita el resultado más bajo de esa suma, para que un rival que se hundió pese menos.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Ejemplo: los rivales de Ana terminaron con 3, 2½, 4, 1 y 2 puntos. Buchholz = 12½; con corte 1 (se quita el 1) = 11½.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Los rivales de Bruno terminaron con 3½, 3, 2, 2 y 2 puntos. Buchholz = 12½; con corte 1 (se quita un 2) = 10½.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Empatan en Buchholz, pero el corte 1 ordena primero a Ana.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El reglamento del torneo anuncia de antemano la lista de desempates y su orden.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Sonneborn-Berger y encuentro directo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Reglamento de desempates de la FIDE (Handbook C.07)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3172AC"/>
                </a:solidFill>
                <a:latin typeface="Calibri"/>
              </a:rPr>
              <a:t>El Sonneborn-Berger suma los puntos finales de los rivales a los que el jugador venció, más la mitad de los puntos de aquellos con quienes empató. Premia haberles ganado a los que terminaron arriba y es el desempate habitual en el sistema de todos contra todos. El encuentro directo ordena a los empatados según el resultado de sus partidas entre sí.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Si los empatados no se enfrentaron o el encuentro no define nada, se pasa al siguiente desempate de la lista.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Si se agota la lista y sigue el empate, se resuelve por sorteo, salvo que el reglamento diga otra cosa.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Si el reglamento no dice nada sobre cómo ordenar a los empatados, se usan desempates fuera del tablero, no una partida extra.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La Normativa JDE 2026: el artículo 66 (ajedrez)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Normativa del Programa Juegos Deportivos Estudiantiles 2026, art. 30 y 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3172AC"/>
                </a:solidFill>
                <a:latin typeface="Calibri"/>
              </a:rPr>
              <a:t>La Normativa del Programa Juegos Deportivos Estudiantiles 2026 dedica su artículo 66 al ajedrez, en las categorías A a E. Lo que no establece se rige primero por las reglas de la Federación Costarricense de Ajedrez y después por las de la FIDE.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Dos modalidades: torneo individual (mujeres y abierto) y torneo por equipos (mujeres y abierto). Cada estudiante juega solo una (66.1.e y 66.1.h).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Equipos de 3 a 5 estudiantes: cuatro titulares y un suplente. Al iniciar cada ronda, al menos dos frente al tablero (66.1.g y 66.2.f).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Anotación algebraica en todas las categorías; quien no anote es amonestado si el rival lo pide, excepto en la categoría A (66.2.g).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Puntos: 1, ½ y 0. Al menos tres desempates, que fija la persona árbitra principal en el congresillo (66.3 y 66.4).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La Normativa JDE 2026: el artículo 66 (ajedrez)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Normativa del Programa Juegos Deportivos Estudiantiles 2026, art. 30 y 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Presentación: en ajedrez, la persona estudiante puede llegar hasta que su reloj caiga a cero (art. 30).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Sistemas y ritmos de la JDE, etapa por etapa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Normativa del Programa Juegos Deportivos Estudiantiles 2026, art. 66.2; Leyes del Ajedrez 2023 (Handbook E.I.01), apéndices A.1, A.3 y B.1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3172AC"/>
                </a:solidFill>
                <a:latin typeface="Calibri"/>
              </a:rPr>
              <a:t>La Normativa fija el sistema y el ritmo mínimo de cada etapa. Con 10 minutos más 2 segundos por jugada, la fórmula de las 60 jugadas da 12 minutos: para la FIDE es ajedrez rápido, así que en las etapas Regional e Interregional rige el apéndice A.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Regional: suizo de al menos cinco rondas si hay más de ocho por modalidad; todos contra todos si hay ocho o menos. Ritmo mínimo de 10 min + 2 s (66.2.a y 66.2.b).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Interregional: todos contra todos, con un ritmo mínimo de 10 min + 2 s (66.2.c).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Nacional: suizo de cinco rondas con más de siete; todos contra todos con seis o menos. Ritmo clásico y blitz de 3 min + 2 s (66.2.d y 66.2.e).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Con exactamente siete en la Etapa Nacional, la Normativa no dice qué sistema usar: conviene dejarlo escrito en el acta del congresillo.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Sistemas y ritmos de la JDE, etapa por etapa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Normativa del Programa Juegos Deportivos Estudiantiles 2026, art. 66.2; Leyes del Ajedrez 2023 (Handbook E.I.01), apéndices A.1, A.3 y B.1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Consecuencia práctica: en Regional e Interregional, la primera jugada ilegal le suma 1 minuto al rival, no 2 (A.3).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729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324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Receso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10 minutos</a:t>
            </a:r>
          </a:p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Pausa los relojes: seguimos en breve.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Reglas básicas de todo sistema suizo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básicas del sistema suizo (Handbook C.04.1)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25"/>
              </a:spcAft>
            </a:pPr>
            <a:r>
              <a:rPr sz="2500" b="0">
                <a:solidFill>
                  <a:srgbClr val="3172AC"/>
                </a:solidFill>
                <a:latin typeface="Calibri"/>
              </a:rPr>
              <a:t>En el suizo se empareja ronda a ronda a jugadores con puntuaciones iguales o parecidas. Su regla absoluta es que dos jugadores no se enfrentan más de una vez, por encima de puntuaciones y colores.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La diferencia entre partidas con blancas y con negras de un jugador no puede superar 2 ni bajar de -2.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Ningún jugador recibe el mismo color tres veces seguidas (con excepciones en la última ronda).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Con número impar, un jugador queda libre (bye): recibe un punto sin color, y no puede recibirlo dos veces.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El número de rondas se fija y se anuncia antes de empezar.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La lista inicial y la primera ronda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generales de manejo del sistema suizo (Handbook C.04.2) y Sistema holandés de la FIDE (Handbook C.04.3)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3172AC"/>
                </a:solidFill>
                <a:latin typeface="Calibri"/>
              </a:rPr>
              <a:t>Antes de la primera ronda se ordena a los jugadores por rating, de mayor a menor, con criterios para los empates (en torneos escolares sin rating, suele usarse el orden alfabético o un sorteo que el reglamento anuncia). Ese número de orden acompaña al jugador todo el torneo. En la primera ronda se divide la lista en dos mitades y la superior juega contra la inferior.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Con 12 jugadores: 1–7, 2–8, 3–9, 4–10, 5–11 y 6–12.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El color del número 1 se sortea y se alterna tablero a tablero: si el 1 lleva blancas, el 2 lleva negras, el 3 blancas, y así.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Resultado con el 1 de blancas: 1–7, 8–2, 3–9, 10–4, 5–11, 12–6 (el primero de cada pareja lleva blancas).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Las rondas siguientes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generales de manejo del sistema suizo (Handbook C.04.2) y Sistema holandés de la FIDE (Handbook C.04.3)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3172AC"/>
                </a:solidFill>
                <a:latin typeface="Calibri"/>
              </a:rPr>
              <a:t>Desde la segunda ronda se forman grupos de puntuación. Dentro de cada grupo, ordenado por el número inicial, se cruza la mitad superior con la inferior, respetando los colores y la prohibición de repetir rival. Quien no se puede emparejar en su grupo baja al siguiente como flotante.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Una vez publicado, el emparejamiento solo se cambia si hace jugar dos veces al mismo par.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A quien se sabe que no jugará una ronda no se le empareja y anota cero, salvo que el reglamento prevea otra cosa (por ejemplo, medio punto por descanso solicitado).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Quien falta sin avisar se considera retirado, salvo que explique su ausencia antes del siguiente emparejamiento.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Está prohibido alterar el emparejamiento correcto para favorecer a alguien.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Las rondas siguientes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generales de manejo del sistema suizo (Handbook C.04.2) y Sistema holandés de la FIDE (Handbook C.04.3)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En la práctica se usa un programa de emparejamiento reconocido por la FIDE; quien arbitra debe entender lo que hace para poder revisarlo.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Todos contra todos (round robin)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Tablas de Berger; Reglamento de desempates de la FIDE (Handbook C.07)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25"/>
              </a:spcAft>
            </a:pPr>
            <a:r>
              <a:rPr sz="2500" b="0">
                <a:solidFill>
                  <a:srgbClr val="3172AC"/>
                </a:solidFill>
                <a:latin typeface="Calibri"/>
              </a:rPr>
              <a:t>Cada jugador se enfrenta una vez con todos los demás. Con n jugadores (n par) hay n - 1 rondas y n × (n - 1) / 2 partidas. Si n es impar, se agrega un «descanso» como jugador más y en cada ronda descansa quien le toque enfrentarlo. El orden de las partidas sale de las tablas de Berger.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Tabla de Berger para 4 jugadores. Ronda 1: 1–4, 2–3. Ronda 2: 4–3, 1–2. Ronda 3: 2–4, 3–1.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Con 6 jugadores: 5 rondas y 15 partidas. Con 8: 7 rondas y 28 partidas.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Los números se sortean antes de empezar.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El desempate habitual es el Sonneborn-Berger, porque el Buchholz no distingue: todos enfrentaron a los mismos.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¿Suizo o todos contra todos?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básicas del sistema suizo (Handbook C.04.1, vigentes desde el 1 de febrero de 2026); Normativa del Programa Juegos Deportivos Estudiantiles 2026, art. 66.2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25"/>
              </a:spcAft>
            </a:pPr>
            <a:r>
              <a:rPr sz="2500" b="0">
                <a:solidFill>
                  <a:srgbClr val="3172AC"/>
                </a:solidFill>
                <a:latin typeface="Calibri"/>
              </a:rPr>
              <a:t>La decisión depende de cuántas personas juegan, del tiempo disponible y del objetivo del torneo.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Pocos participantes (hasta 8 o 10) y tiempo suficiente: todos contra todos, que da la clasificación más justa.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Muchos participantes y pocas rondas posibles: suizo.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Regla práctica: con n jugadores, un suizo necesita al menos tantas rondas como veces hay que dividir n entre 2 para llegar a 1, y conviene sumar una o dos más para separar bien los primeros puestos.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Si el objetivo es clasificar a una etapa siguiente, las bases deben decir cuántos clasifican y con qué desempates.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¿Suizo o todos contra todos?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básicas del sistema suizo (Handbook C.04.1, vigentes desde el 1 de febrero de 2026); Normativa del Programa Juegos Deportivos Estudiantiles 2026, art. 66.2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En la JDE lo decide la Normativa según la etapa: en la Regional, suizo de al menos cinco rondas con más de ocho por modalidad y todos contra todos con ocho o menos (66.2.a y 66.2.b).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¿Rápidas o relámpago?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Un torneo escolar se anuncia a 5 minutos más 3 segundos por jugada.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¿Rápidas o relámpago?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apéndice B.1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5 + 60 × 3 s = 5 + 3 = 8 minutos: es relámpago, porque no pasa de 10 minutos.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Justo en el límite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Un torneo se anuncia a 45 minutos más 15 segundos.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Justo en el límite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apéndice A.1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45 + 15 = 60 minutos. Las rápidas son de más de 10 y menos de 60, así que este ritmo ya es clásico.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Mate y bandera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En relámpago, un estudiante da mate y, un instante después, cae su bandera.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Mate y bandera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5.1.1 y apéndice B.3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Gana quien dio mate: el mate termina la partida en el momento en que se produce.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4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Llega con el reloj corriendo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Ronda de la Etapa Regional a 10 min + 2 s. Una estudiante llega 8 minutos tarde y su rival ya puso en marcha el reloj.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4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Llega con el reloj corriendo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Normativa del Programa Juegos Deportivos Estudiantiles 2026, art. 30 y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Puede jugar: en ajedrez, la JDE admite a la persona estudiante hasta que su reloj caiga a cero (art. 30). Juega con el tiempo que le queda. Si su reloj ya hubiera llegado a cero, se aplica lo que la Normativa establece para la no presentación (art. 32).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5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Categoría A sin planilla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En la categoría A, un niño no anota sus jugadas y su rival le pide a la persona árbitra que lo amoneste.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5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Categoría A sin planilla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Normativa del Programa Juegos Deportivos Estudiantiles 2026, art. 66.2.g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En la categoría A no se amonesta por no anotar. En las demás categorías, la persona árbitra principal amonesta a quien no anote si el rival lo solicita (66.2.g).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6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La primera ilegal en la Regional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Etapa Regional a 10 min + 2 s. Un estudiante deja su rey en jaque y presiona el reloj; su rival todavía no ha jugado. Es su primera jugada ilegal.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6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La primera ilegal en la Regional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7.5.1 y 7.5.5; apéndices A.1 y A.3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Se restablece la posición anterior, juega otra respetando la pieza tocada y el rival recibe 1 minuto: con 10 + 60 × 2 s = 12 minutos la partida es rápida (A.1) y en rápidas la sanción es de un minuto (A.3).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7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La ronda 2 de un suizo de 8 jugadores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Ronda 1 (primero, las blancas): 1–5, 6–2, 3–7, 8–4. Resultados: ganan 1, 2, 7 y 8. ¿Cómo queda la ronda 2?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7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La ronda 2 de un suizo de 8 jugadores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Sistema holandés de la FIDE (Handbook C.04.3)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Grupo de 1 punto: 1, 2, 7 y 8 (mitades {1, 2} y {7, 8}): 1 contra 7 y 2 contra 8. Grupo de 0: 3, 4, 5 y 6: 3 contra 5 y 4 contra 6. Colores alternados: 7 (tuvo negras) lleva blancas contra 1; 2 (tuvo negras) lleva blancas contra 8; 5 (tuvo negras) blancas contra 3; 4 (tuvo negras) blancas contra 6. Emparejamiento: 7–1, 2–8, 5–3, 4–6.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8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El error del emparejamiento publicado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Tras publicar la ronda 4, un padre de familia pide cambiar un emparejamiento porque su hijo «ya jugó con alguien de su colegio».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8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El error del emparejamiento publicado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generales de manejo del sistema suizo (Handbook C.04.2)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No se cambia: jugar con alguien del mismo centro educativo no es una causa. Solo se corrige si el emparejamiento hace jugar dos veces a los mismos dos jugadores (salvo que la normativa del evento prevea evitar cruces del mismo centro, y en ese caso debe estar anunciado).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9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Siete jugadores en round robin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Se inscriben 7 estudiantes y se quiere un todos contra todos.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9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Siete jugadores en round robin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Tablas de Berger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Se agrega un descanso como octavo número: 7 rondas, 21 partidas, y en cada ronda descansa un jugador.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729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324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Receso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10 minutos</a:t>
            </a:r>
          </a:p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Pausa los relojes: seguimos en breve.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17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Práctica · Cálculo de desempates y construcción de un cuadro de emparejamiento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Con los resultados de un torneo simulado de 8 jugadores, cada participante calcula la tabla final aplicando Buchholz y Sonneborn-Berger. Con una lista de 12 jugadores ficticios, cada participante construye la primera ronda bajo sistema suizo y, luego, la calendarización equivalente en round robin.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1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Clasifica estos ritmos: a) 10 min sin incremento; b) 10 min + 5 s; c) 25 min + 10 s; d) 60 min sin incremento.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2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Torneo de todos contra todos con 6 jugadores (A a F). A: ½ con B, ganó a C, D y F, perdió con E. B: ½ con A, perdió con C, ganó a D, E y F. C: 3 puntos. D: 2½. E: 1½. F: 1. A y B terminan con 3½. ¿Quién queda primero por Sonneborn-Berger?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3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En un suizo a 5 rondas, los rivales de Carla terminaron con 4, 3, 3, 2 y ½ puntos, y los de Diego con 3½, 3, 3, 2½ y 1. Ambos tienen 4 puntos. Calcula Buchholz y Buchholz con corte 1.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4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Con la Normativa JDE 2026, completa para ajedrez: sistema y ritmo en una Etapa Regional con 12 inscritos por modalidad, mínimo de estudiantes al iniciar una ronda por equipos, quién fija los desempates y hasta cuándo puede presentarse un estudiante.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5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Etapa Nacional de ajedrez con siete inscritos en el torneo individual abierto. ¿Qué sistema dice la Normativa? ¿Qué debe hacer la persona árbitra principal?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6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Con 12 jugadores ordenados por rating (1 a 12) y el 1 con blancas por sorteo, escribe la primera ronda del suizo.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7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¿Cuántas rondas y cuántas partidas tiene un todos contra todos con 10 jugadores? ¿Y con 9?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8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Escribe el calendario completo de un todos contra todos de 4 jugadores con la tabla de Berger.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9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Un suizo tiene 11 jugadores. ¿Qué pasa en cada ronda con el número impar?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Ejercicios: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1. a) 10 minutos: relámpago (10 o menos). b) 10 + 5 = 15: rápidas. c) 25 + 10 = 35: rápidas. d) 60: clásico.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2. A: venció a C (3), D (2½) y F (1) = 6½, más la mitad de B (3½) = 1¾. Total 8¼. B: venció a D (2½), E (1½) y F (1) = 5, más la mitad de A = 1¾. Total 6¾. Queda primero A. (El encuentro directo no los separaba: empataron entre sí.)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3. Carla: Buchholz 12½; corte 1 (se quita ½) = 12. Diego: Buchholz 13; corte 1 (se quita 1) = 12. Si el primer desempate es Buchholz, gana Diego; si fuera Buchholz con corte 1, siguen empatados y se pasa al siguiente criterio.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4. Suizo de al menos cinco rondas, con un ritmo mínimo de 10 min + 2 s (66.2.a); al menos dos frente al tablero (66.2.f); la persona árbitra principal, en el congresillo, con al menos tres criterios (66.4); hasta que su reloj caiga a cero (art. 30).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Ejercicios: respuestas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5. La Normativa prevé suizo con más de siete y todos contra todos con seis o menos (66.2.d y 66.2.e): no dice nada para exactamente siete. La persona árbitra principal lo plantea en el congresillo y deja el acuerdo escrito en el acta, que obliga a todas las delegaciones (art. 34).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6. 1–7, 8–2, 3–9, 10–4, 5–11, 12–6 (el primero de cada pareja lleva blancas).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7. 10 jugadores: 9 rondas y 45 partidas. 9 jugadores: se agrega un descanso, 9 rondas y 36 partidas, con un jugador libre por ronda.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8. Ronda 1: 1–4, 2–3. Ronda 2: 4–3, 1–2. Ronda 3: 2–4, 3–1 (el primero de cada pareja lleva blancas).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9. Un jugador queda libre (bye) y recibe un punto sin color. No puede recibirlo quien ya lo tuvo ni quien ya ganó por incomparecencia.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1. ¿Cuál es el criterio de desempate que suma los puntajes finales de los rivales enfrentados?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2. ¿Qué distingue principalmente al ajedrez relámpago del ajedrez rápido?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3. ¿Cómo se clasifica un ritmo que tiene incremento?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4. ¿En qué tipo de torneo es habitual el Sonneborn-Berger?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5. Se agotó la lista de desempates y dos jugadores siguen empatados. ¿Qué corresponde?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6. En rápidas, ¿es obligatorio anotar las jugadas?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7. En ajedrez relámpago sin supervisión adecuada, ¿quién reclama la caída de una bandera?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 (continuación)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8. Sin supervisión adecuada, pasadas 10 jugadas de cada bando, ¿se puede reclamar por un tablero mal orientado?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9. Si la Normativa JDE 2026 no regula algo del ajedrez, ¿qué se aplica?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10. El encuentro directo no separa a dos jugadores empatados porque no se enfrentaron entre sí. ¿Qué corresponde?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11. En relámpago, un jugador da mate y un instante después cae su propia bandera. ¿Quién gana?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12. En la Etapa Regional de la JDE se juega a 10 minutos más 2 segundos. ¿Qué tipo de partida es para la FIDE?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 (continuación)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13. Según la Normativa JDE 2026, ¿cuántos estudiantes de un equipo deben estar frente al tablero al iniciar cada ronda?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14. ¿Qué sistema resulta más adecuado cuando hay muchos participantes y tiempo limitado?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15. En el sistema todos contra todos (round robin), ¿qué característica lo define?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16. ¿Cómo se ordena la lista inicial de un suizo?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17. Publicado el emparejamiento, ¿en qué único caso se puede cambiar?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18. ¿Qué recibe en un suizo quien queda libre por número impar?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19. ¿Cuántas partidas tiene un todos contra todos de 8 jugadores?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 (continuación)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20. ¿Puede la diferencia entre las partidas que un jugador tuvo con blancas y con negras llegar a ser de 3?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21. ¿Puede un jugador recibir el mismo color tres veces seguidas en un suizo?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22. Un jugador falta a una ronda sin avisar. ¿Qué se asume?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23. ¿Por qué el desempate habitual en un todos contra todos es el Sonneborn-Berger y no el Buchholz?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24. ¿Puede el árbitro cambiar un emparejamiento ya publicado para favorecer a un estudiante?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Quiz: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1. Buchholz.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2. El control de tiempo asignado a cada jugador.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3. Con el tiempo base más 60 veces el incremento por jugada.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4. En los de todos contra todos (round robin).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5. Un sorteo, salvo que el reglamento del torneo diga otra cosa.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6. No, salvo que el reglamento del evento lo exija; el jugador conserva sus reclamos.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7. El propio jugador: pausa el reloj y avisa a la persona árbitra. Si no puede dar mate con ninguna serie de jugadas legales, son tablas (A.5.3).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8. No, ya no se admite ese reclamo.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Quiz: respuestas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9. Primero las reglas de la Federación Costarricense de Ajedrez y, después, las de la FIDE (art. 66).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10. Pasar al siguiente desempate de la lista anunciada en el reglamento del torneo.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11. Gana quien dio mate: el mate termina la partida en el momento en que se produce.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12. Rápida: 10 + 60 × 2 s = 12 minutos (apéndice A.1).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13. Al menos dos (art. 66.2.f).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14. El sistema suizo.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15. Cada jugador se enfrenta una vez a todos los demás participantes.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16. Por rating, de mayor a menor, con criterios para los empates.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17. Si hace jugar dos veces al mismo par de jugadores.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Quiz: respuestas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18. Un punto, sin color asignado.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19. 28 partidas, en 7 rondas.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20. No: no puede superar 2 ni bajar de -2.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21. No, salvo las excepciones que se permiten en la última ronda.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22. Se considera retirado, salvo que explique su ausencia antes de que se publique el siguiente emparejamiento.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23. Porque en un todos contra todos cada jugador enfrenta a los mismos rivales que los demás, así que el Buchholz no distingue a nadie.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24. No, está prohibido alterar el emparejamiento correcto para favorecer a alguien.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F4C430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Analizar un caso de inscripción o de categorización de una persona estudiante según la normativa JDE vigente y, a partir de los resultados de la ronda 1 de un torneo simulado, elaborar el emparejamiento de la ronda 2 bajo sistema suizo.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0728655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