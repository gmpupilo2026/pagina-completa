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F0B429"/>
                </a:solidFill>
                <a:latin typeface="Calibri"/>
              </a:rPr>
              <a:t>El mapa de los finales  ·  Bloque 2: Finales de peones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Lección 6
Triangulación, peón de alfil y la lucha contra dos peones pasados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F0F4F8"/>
                </a:solidFill>
                <a:latin typeface="Calibri"/>
              </a:rPr>
              <a:t>Finales 85 a 88 · 12 posiciones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0B429"/>
                </a:solidFill>
                <a:latin typeface="Calibri"/>
              </a:rPr>
              <a:t>Ajedrez Integral · Oscar Angulo Cubero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Objetivo de la lección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1943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Ganar un tiempo con la triangulación y conocer la teoría de caballo y torre contra peón de torre, con la regla de los colores.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Idea guía: Cuando la posición es buena pero mueve quien no debe, el rey triangula; y el peón que avanza va siempre a casilla de color contrario al peón rival.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6 · Ajedrez Integral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Contenido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85 · Peón pasado de alfil del mismo flanco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86 · El peón defensor ha movido. La triangulación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87 · Peones de caballo y torre contra peón de torre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88 · La lucha del rey con dos peones pasados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6 · Ajedrez Integral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85 · Peón pasado de alfil del mismo flanco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11658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Peones de alfil y torre contra peón de torre del mismo flanco: a ambos les conviene tener el peón de torre en su casilla inicial. Si el bando fuerte conserva su peón h en segunda, gana siempre llevando el peón de alfil a séptima.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583180"/>
            <a:ext cx="10972800" cy="3634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Con el peón de torre fuerte en segunda se gana siempre: el peón de alfil llega a séptima y el rival tiene que mover su peón de torre.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Tener el peón en la casilla de origen permite elegir moverlo una o dos casillas en el momento clave.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6 · Ajedrez Integral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85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85 · Peón pasado de alfil del mismo flanco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El peón defensor no ha movido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blancas   ·   Ganan blancas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1.Rf6 h5 2.h3 h4 3.Rg6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737974"/>
            <a:ext cx="5486400" cy="338850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Tras 1.Rf6 las negras tienen que mover el peón h; con el peón blanco en h2 siempre hay una respuesta que gana el tiempo decisivo.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6 · Ajedrez Integral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86 · El peón defensor ha movido. La triangulación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11658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Con el peón defensor avanzado, el rey fuerte necesita entrar en b6 para capturarlo. A cada casilla del rey blanco corresponde una única respuesta del rey negro; la triangulación (d4-c4-d5) rompe esa correspondencia y gana.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583180"/>
            <a:ext cx="10972800" cy="3634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Casillas conjugadas: a cada casilla de ataque del rey fuerte corresponde una única casilla de defensa; si el atacante puede triangular y el defensor no, gana.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Triangulación: perder un tiempo con el rey en tres casillas para reproducir la posición con el rival al mover.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Con el peón del bando débil avanzado, para posiciones normales de los reyes, el bando fuerte gana.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6 · Ajedrez Integral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86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86 · El peón defensor ha movido. La triangulación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La triangulación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blancas   ·   Ganan blancas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1.Rd4 Rd8 2.Rc4 Rc8 3.Rd5 Rc7 4.Rc5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788920"/>
            <a:ext cx="5486400" cy="3337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Rc5 exige Rc7; Rd6 exige Rd8; Rd5 exige Rc8. Con 1.Rd4! y 2.Rc4 el rey negro ya no puede vigilar c8 y c7 a la vez, y el blanco entra en b6.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6 · Ajedrez Integral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87 · Peones de caballo y torre contra peón de torre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11658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Un final frecuente y lleno de ideas: tiempos de reserva, regla de Steinitz, oposición y antioposición, rodeo, recursos de ahogado. Con los dos peones en segunda y el rey en cuarta, el bando fuerte gana; si ya ha movido un peón, el defensor puede aguantar manteniendo el suyo en segunda.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583180"/>
            <a:ext cx="10972800" cy="3634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F2937"/>
                </a:solidFill>
                <a:latin typeface="Calibri"/>
              </a:rPr>
              <a:t>•  Al bando fuerte le interesa mantener sus peones en las casillas iniciales (sobre todo uno) y avanzar con el rey.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F2937"/>
                </a:solidFill>
                <a:latin typeface="Calibri"/>
              </a:rPr>
              <a:t>•  Si el rey fuerte llega a h6 manteniendo un peón en segunda, gana.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F2937"/>
                </a:solidFill>
                <a:latin typeface="Calibri"/>
              </a:rPr>
              <a:t>•  El peón en g4 estorba el camino a h6 (recurso ...h6 del defensor): conviene conservar en segunda el peón g más que el h.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F2937"/>
                </a:solidFill>
                <a:latin typeface="Calibri"/>
              </a:rPr>
              <a:t>•  Si ambos peones fuertes han movido, el bando débil hace tablas manteniendo su peón en segunda.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F2937"/>
                </a:solidFill>
                <a:latin typeface="Calibri"/>
              </a:rPr>
              <a:t>•  Con ambos peones en segunda no sirve esperar: la mejor defensa es avanzar el rey y, en la cuarta fila, jugar ...h5.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F2937"/>
                </a:solidFill>
                <a:latin typeface="Calibri"/>
              </a:rPr>
              <a:t>•  Regla de Bird para contar tiempos: si los reyes están en casillas del mismo color, los peones deben ocupar casillas del mismo color, y viceversa.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6 · Ajedrez Integral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87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87 · Peones de caballo y torre contra peón de torre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Todos los peones en segunda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negras   ·   Ganan blancas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1...Rg6 2.Rg4 Rf6 3.Rh5 Rg7 4.g3 Rf7 5.Rh6 Rg8 6.g4 Rh8 7.g5 Rg8 8.h3 Rh8 9.h4 Rg8 10.h5 Rh8 11.g6 hxg6 12.hxg6 Rg8 13.g7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3125941"/>
            <a:ext cx="5486400" cy="300053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El rey blanco va a h6 y luego avanza los peones contando los tiempos (8.h3! y no 8.h4?? Rh8 con tablas). Contra 1...h6 ganan los tiempos de reserva: 2.g4! Rg6 3.h3! Rf6 4.h4.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6 · Ajedrez Integral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87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87 · Peones de caballo y torre contra peón de torre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Diagrama de análisis: la regla de Steinitz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Juegan blancas   ·   Ganan blancas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1.h3 Rf6 2.h4 h5 3.g5+ Rf7 4.Re5 Rg7 5.Rf5 Rf7 6.g6+ Rg7 7.Rg5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894729"/>
            <a:ext cx="5486400" cy="32317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Aquí gana h3 pero no h4: tener un peón en segunda permite elegir jugar a tercera o a cuarta según convenga.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6 · Ajedrez Integral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87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87 · Peones de caballo y torre contra peón de torre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Diagrama de análisis: oposición y rodeo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Juegan negras   ·   Ganan blancas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1...Re6 2.Re4 Rf6 3.Rd5 Re7 4.Re5 Rf7 5.Rf5 Rg7 6.Re6 Rg6 7.h5+ Rg5 8.Rf7 Rxg4 9.Rg6 Rf4 10.Rxh6 Rf5 11.Rg7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3071077"/>
            <a:ext cx="5486400" cy="305540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Contra 1...h5 sigue 2.g5+ Rf7 3.Re5! (antioposición) y contra la espera del rey, la maniobra de rodeo con el golpe 7.h5+! que rompe la resistencia.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6 · Ajedrez Integral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87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87 · Peones de caballo y torre contra peón de torre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Diagrama de análisis: el rey en h6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Juegan blancas   ·   Ganan blancas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1.g4 Rh8 2.g5 Rg8 3.h3 Rh8 4.h4 Rg8 5.h5 Rh8 6.g6 hxg6 7.hxg6 Rg8 8.g7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926080"/>
            <a:ext cx="54864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Con el rey en h6 y el peón h en segunda se gana contando los tiempos (regla de Bird: reyes en casillas de distinto color, el peón va a h3).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6 · Ajedrez Integral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87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87 · Peones de caballo y torre contra peón de torre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La misma posición jugando el blanco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Juegan blancas   ·   Ganan blancas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1.h3 Rg6 2.Rg4 Rh6 3.Rf5 Rh5 4.g3 Rh6 5.Rf6 Rh5 6.Rg7 h6 7.h4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890810"/>
            <a:ext cx="5486400" cy="323566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Tres de los cuatro avances de peón ganan; sólo 1.g4? deja escapar la victoria porque el rey ya no llega a h6.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6 · Ajedrez Integral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87-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87 · Peones de caballo y torre contra peón de torre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Un peón ya avanzado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Juegan blancas   ·   Tablas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1.h3 Rg6 2.Rg4 Rf6 3.Rh5 Rg7 4.Rg5 Rh8 5.Rh6 Rg8 6.g4 Rh8 7.g5 Rg8 8.h4 Rh8 9.h5 Rg8 10.g6 hxg6 11.hxg6 Rh8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3071077"/>
            <a:ext cx="5486400" cy="305540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Con g3 ya jugado no quedan tiempos de reserva buenos: las negras esperan y en el momento clave cuentan (o aplican Bird) para estar en h8 cuando llegue g6. 4...Rh8! (4...Rg8?? 5.Rh6 y ganan).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6 · Ajedrez Integral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87-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87 · Peones de caballo y torre contra peón de torre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Una importante posición defensiva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negras   ·   Tablas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1...h5 2.Re3 Re5 3.g3 Rf5 4.h3 Re5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785001"/>
            <a:ext cx="5486400" cy="334147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Con los peones blancos en segunda, el rey negro en cuarta se salva con 1...h5!: mantiene la cuarta fila y las casillas críticas de su peón. 1...h6? 2.g4+ y 1...Rg5? 2.Re4 pierden.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6 · Ajedrez Integral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88 · La lucha del rey con dos peones pasados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11658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El cuadrado errante: si los dos peones están en la misma fila y el cuadrado que dibujan hacia adelante llega al final del tablero, coronan solos. Si no, el resultado depende de la separación: con dos columnas el rey los captura; con tres los contiene; con una se defienden entre sí pero necesitan zugzwang.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583180"/>
            <a:ext cx="10972800" cy="3634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Regla del cuadrado errante: peones en la misma fila cuyo cuadrado hacia adelante llega al final del tablero, coronan solos.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Dos columnas de separación y cuadrado que no llega: el rey los captura (no ir de frente al peón avanzado: 2.Rb2? d4!).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Tres columnas: el rey los contiene desde las tres casillas de la fila intermedia, pero no los captura.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Una columna: los peones se defienden entre sí y ganan por zugzwang si el otro bando no puede perder tiempos.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6 · Ajedrez Integral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88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88 · La lucha del rey con dos peones pasados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Dos columnas de separación: el rey los captura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negras   ·   Ganan blancas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1...a4 2.Rc3 Rh6 3.Rb4 d4 4.Rxa4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777163"/>
            <a:ext cx="5486400" cy="33493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2.Rb2? d4! y el cuadrado errante llegaría al final del tablero. 2.Rc3! y el rey se queda en el cuadrado del peón d mientras captura el otro.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6 · Ajedrez Integral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88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88 · La lucha del rey con dos peones pasados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Tres columnas: contener, no capturar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Juegan blancas   ·   Tablas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1.Rc4 Rh8 2.Rc5 Rh7 3.Rc4 Rh8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765406"/>
            <a:ext cx="5486400" cy="336107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El rey se mantiene en las casillas de control c4-c5-c6; 1.Rd4? a5! 2.Rc4 e5 y el cuadrado llega al final. Las negras necesitan poder perder tiempos con su rey.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6 · Ajedrez Integral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88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88 · La lucha del rey con dos peones pasados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Una columna de separación: zugzwang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Juegan negras   ·   Ganan negras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1...Rh8 2.Rc2 a2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714461"/>
            <a:ext cx="5486400" cy="341201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La casilla defensiva del rey blanco es única: un tiempo de espera del rey negro y uno de los peones pasa.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6 · Ajedrez Integral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Para practicar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Jugá contra el motor la posición de la regla de los colores hasta que salga sin pensar.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En la página del curso cada posición se puede jugar contra el motor (Stockfish) al nivel que elijas; la hoja de ejercicios en PDF reúne las posiciones de esta lección para resolver sin tablero.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063240"/>
            <a:ext cx="10972800" cy="3154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Recorré cada línea principal hasta entender el porqué de cada jugada.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Practicá primero las posiciones clave, después las demás.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Anotá las reglas de cada final con tus palabras.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6 · Ajedrez Integral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