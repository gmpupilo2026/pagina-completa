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Los peones deciden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Empujar a tiempo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Coronar es cuestión de contar: cuántas jugadas faltan, quién llega primero y qué pasa si el rival llega antes.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Empujar a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hay peones a punto de coronar, la intuición sirve poco y contar sirve mucho. ¿Cuántas jugadas le faltan a mi peón? ¿Cuántas al del rival? ¿Su rey alcanza a entrar en el cuadrado de mi peón? ¿Corona con jaque alguno de los dos? Cada una de esas preguntas tiene una respuesta exacta, y una sola de diferencia decide el resultado.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Empujar a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del cuadrado ahorra mucho cálculo: dibuja mentalmente un cuadrado desde el peón hasta la fila de coronación; si el rey rival puede entrar en él en su turno, alcanza al peón. Si no puede, el peón corona solo. Es una ventaja pequeña que se ve en dos segundos y que muchos jugadores calculan jugada por jugada, con errores.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Empujar a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Empujar a tiempo también significa no empujar antes de tiempo: un peón que avanza solo, sin apoyo, puede quedar bloqueado o caer. La técnica es preparar el avance, con el rey o con una torre detrás, y empujar cuando el rival ya no puede frenarlo.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Haz cinco ejercicios de carreras de peones contando sin mover las piezas: escribe primero en qué jugada corona cada bando, y después compruébalo. La meta es acertar sin dudar.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