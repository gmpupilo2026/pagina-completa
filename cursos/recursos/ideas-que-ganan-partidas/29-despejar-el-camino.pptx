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La táctica que sostiene el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Despejar el camino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 veces una pieza propia estorba. Sacarla con ganancia de tiempo deja libre la casilla o la línea que hacía falta.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Despejar el camino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No siempre el obstáculo es del rival. A veces la casilla que necesita la dama está ocupada por un caballo propio, o la línea que llevaría la torre al rey está tapada por un alfil propio. El despeje consiste en sacar esa pieza del medio, idealmente con un jaque, una captura o una amenaza, para que el rival no tenga tiempo de reaccionar.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Despejar el camino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 una idea difícil de ver porque obliga a pensar al revés: no en qué hace la pieza que se mueve, sino en qué libera. La pregunta útil es: ¿qué jugada fuerte tendría si esta pieza mía no estuviera ahí?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Despejar el camino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la respuesta es una jugada ganadora, falta solo encontrar cómo quitar la pieza con fuerza: a veces se sacrifica, a veces da jaque, a veces simplemente ataca algo.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diez ejercicios de táctica, antes de buscar la solución, pregúntate qué pieza tuya estorba. Anota en cuántos la respuesta era la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