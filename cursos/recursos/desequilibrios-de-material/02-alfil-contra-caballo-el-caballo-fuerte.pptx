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
Alfil contra caballo: cuándo manda el caballo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2 partidas y ejemplos · 10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Reconocer las posiciones cerradas y con puestos avanzados en las que el caballo supera al alfil, y el plan para explotarlas.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Un caballo estable en el centro contra un alfil malo vale más que la pieza entera; el zugzwang es el arma decisiva.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El desequilibrio alfil contra caballo es, en apariencia, el más pequeño de todo el libro: ambas piezas valen tres puntos y muchos manuales los tratan como intercambiables. En la práctica, sin embargo, hay un tipo de posición donde el caballo se vuelve claramente superior: cuando el juego está cerrado o los peones están todos (o casi todos) en un solo flanco, y el caballo cuenta con un puesto avanzado estable que el alfil rival no puede disputar porque es de color contrario a esa casilla.</a:t>
            </a:r>
          </a:p>
          <a:p>
            <a:pPr algn="l">
              <a:spcAft>
                <a:spcPts val="400"/>
              </a:spcAft>
            </a:pPr>
            <a:r>
              <a:rPr sz="1400" b="0" i="0">
                <a:solidFill>
                  <a:srgbClr val="1F2937"/>
                </a:solidFill>
                <a:latin typeface="Calibri"/>
              </a:rPr>
              <a:t>Para evaluar este tipo de posición conviene hacerse tres preguntas. Primero, ¿está el juego cerrado o reducido a un solo flanco? Si es así, la ventaja de largo alcance del alfil pierde buena parte de su valor. Segundo, ¿tiene el caballo una casilla fuerte, inatacable por peones rivales y de color contrario al alfil enemigo? Un caballo así vale mucho más que 'tres puntos'. Tercero, ¿es el alfil rival 'malo', es decir, mordido por sus propios peones, sin diagonales abiertas ni objetivos claros? Cuando las tres respuestas apuntan en la misma dirección, el caballo domina.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El plan típico del bando con el caballo fuerte consiste en fijar los peones rivales en el color del alfil malo (para dejarlo sin diagonales), reducir gradualmente las casillas de espera del rival y buscar el zugzwang: el bando con el alfil malo suele terminar sin jugadas útiles, obligado a debilitarse todavía más o a ceder terreno decisivo. Si hay reyes en el tablero, ese mismo dominio posicional puede desembocar directamente en un ataque de mate, porque el alfil encerrado no puede ayudar a defender.</a:t>
            </a:r>
          </a:p>
          <a:p>
            <a:pPr algn="l">
              <a:spcAft>
                <a:spcPts val="400"/>
              </a:spcAft>
            </a:pPr>
            <a:r>
              <a:rPr sz="1400" b="0" i="0">
                <a:solidFill>
                  <a:srgbClr val="1F2937"/>
                </a:solidFill>
                <a:latin typeface="Calibri"/>
              </a:rPr>
              <a:t>El bando con el alfil, por su parte, necesita reaccionar antes de que el caballo consiga su puesto definitivo: buscar el cambio de alfiles o de la pareja de piezas menores mientras todavía es posible, evitar que sus propios peones queden fijados en el color equivocado y, si no puede evitar el puesto avanzado, generar actividad en el otro flanco antes de quedar completamente pasivo. El error más común del bando débil es justamente demorar esa reacción: una vez que el caballo se instala y los peones ya están fijados, la partida se vuelve una larga agonía sin contrajuego.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Los dos ejemplos de la lección ilustran ambos extremos del fenómeno. En Carlsen–Martinovic, con peones sólo en un flanco, la posición era objetivamente tablas durante buena parte del análisis, pero el defensor debía encontrar todo el tiempo el equilibrio exacto entre la pasividad y la actividad, mientras Carlsen jugaba a ganar sin ningún riesgo: un ejemplo de cómo la evaluación numérica esconde una enorme asimetría práctica. En Carlsen–Tari, el caballo fuerte contra el alfil malo se convierte en el modelo canónico de este tema: pese al poco material que queda en el tablero, el dominio del caballo alcanza para crear amenazas de mate y para ganar finales por zugzwang, y el único desliz serio de Tari en 25 jugadas (33...Ae7?, en vez del salvador 33...Dd7!) fue suficiente para perder sin remedio: la mejor prueba de lo difícil que es jugar con un alfil malo contra un caballo fuerte.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valorar alfil contra caballo, fíjate si el juego está cerrado o reducido a un solo flanco.</a:t>
            </a:r>
          </a:p>
          <a:p>
            <a:pPr>
              <a:spcAft>
                <a:spcPts val="600"/>
              </a:spcAft>
            </a:pPr>
            <a:r>
              <a:rPr sz="1600">
                <a:solidFill>
                  <a:srgbClr val="1F2937"/>
                </a:solidFill>
                <a:latin typeface="Calibri"/>
              </a:rPr>
              <a:t>•  Un caballo con puesto avanzado inatacable, de color contrario al alfil rival, vale más que tres puntos.</a:t>
            </a:r>
          </a:p>
          <a:p>
            <a:pPr>
              <a:spcAft>
                <a:spcPts val="600"/>
              </a:spcAft>
            </a:pPr>
            <a:r>
              <a:rPr sz="1600">
                <a:solidFill>
                  <a:srgbClr val="1F2937"/>
                </a:solidFill>
                <a:latin typeface="Calibri"/>
              </a:rPr>
              <a:t>•  Fija los peones rivales en el color del alfil malo para dejarlo sin diagonales ni objetivos.</a:t>
            </a:r>
          </a:p>
          <a:p>
            <a:pPr>
              <a:spcAft>
                <a:spcPts val="600"/>
              </a:spcAft>
            </a:pPr>
            <a:r>
              <a:rPr sz="1600">
                <a:solidFill>
                  <a:srgbClr val="1F2937"/>
                </a:solidFill>
                <a:latin typeface="Calibri"/>
              </a:rPr>
              <a:t>•  Busca el zugzwang: redúcele al rival las casillas de espera antes de decidir el ataque final.</a:t>
            </a:r>
          </a:p>
          <a:p>
            <a:pPr>
              <a:spcAft>
                <a:spcPts val="600"/>
              </a:spcAft>
            </a:pPr>
            <a:r>
              <a:rPr sz="1600">
                <a:solidFill>
                  <a:srgbClr val="1F2937"/>
                </a:solidFill>
                <a:latin typeface="Calibri"/>
              </a:rPr>
              <a:t>•  Si tienes el alfil malo, cambia piezas menores cuanto antes, antes de que el caballo se instale.</a:t>
            </a:r>
          </a:p>
          <a:p>
            <a:pPr>
              <a:spcAft>
                <a:spcPts val="600"/>
              </a:spcAft>
            </a:pPr>
            <a:r>
              <a:rPr sz="1600">
                <a:solidFill>
                  <a:srgbClr val="1F2937"/>
                </a:solidFill>
                <a:latin typeface="Calibri"/>
              </a:rPr>
              <a:t>•  No demores la reacción: una vez fijados los peones en el color equivocado, la defensa se vuelve pasiva.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Sasa Martinovic (Krasnaya Polyana (2) 2021)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Con apenas tres peones por bando y todos en el flanco de dama, la posición inicial es objetivamente igualada. Sin embargo, sólo las blancas pueden jugar a ganar: el caballo maniobra sin riesgo, mientras el alfil negro tiene que vigilar a la vez los peones pasados y las casillas de invasión del rey. Carlsen fue creando problemas jugada a jugada hasta que Martinovic se equivocó con 54...axb5?, y aunque el propio Carlsen devolvió la ventaja con 59.Cd7?, la presión constante provocó un segundo error decisivo con 63...Ag3?. La lección: en finales de caballo contra alfil con peones en un solo flanco, el bando del caballo juega sin riesgo y el defensor debe encontrar el equilibrio exacto entre pasividad y actividad.</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Con peones en un solo flanco, el alfil pierde su gran ventaja (jugar en las dos alas) y el caballo compite de igual a igual o mejor.</a:t>
            </a:r>
          </a:p>
          <a:p>
            <a:pPr>
              <a:spcAft>
                <a:spcPts val="600"/>
              </a:spcAft>
            </a:pPr>
            <a:r>
              <a:rPr sz="1600">
                <a:solidFill>
                  <a:srgbClr val="1F2937"/>
                </a:solidFill>
                <a:latin typeface="Calibri"/>
              </a:rPr>
              <a:t>•  El bando del caballo puede probar planes sin riesgo: cada intento obliga al defensor a resolver un problema nuevo.</a:t>
            </a:r>
          </a:p>
          <a:p>
            <a:pPr>
              <a:spcAft>
                <a:spcPts val="600"/>
              </a:spcAft>
            </a:pPr>
            <a:r>
              <a:rPr sz="1600">
                <a:solidFill>
                  <a:srgbClr val="1F2937"/>
                </a:solidFill>
                <a:latin typeface="Calibri"/>
              </a:rPr>
              <a:t>•  Zugzwang y bloqueo de diagonales: un caballo bien colocado corta la diagonal del alfil y deja al defensor sin jugadas útiles.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Magnus Carlsen – Sasa Martinovic</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47.Re4 47…a6 48.Ce1 48…Ac7 49.Cd3 49…Ad6 50.b3 50…Ae7 51.b4 51…Ad6 52.c4 52…Af8 53.c5 53…Ah6 54.b5! 54…axb5? 55.c6 55…Rd6 56.cxb7 56…Rc7 57.a6 57…Af8 58.Cxe5 58…Ad6 59.Cd7? 59…Rc6! 60.Rd4 60…Ac7 61.Rd3 61…Ad6 62.Re4 62…Ac7 63.Rf5 63…Ag3? 64.Ce5+! 64…Rc7 65.Re4! 65…b4 66.Cd7! 66…Rc6 67.Rd3 67…Ac7 68.Rc4 68…Ad6 69.Rb3! 69…Ac7 70.Rxb4 70…Ad6+ 71.Rc4 71…Ac7 72.Rd3 72…Ad6 73.Re4 73…Ac7 74.Rf5 74…Ad6 75.Ce5+! 75…Rc7 76.Re6 76…Ac5 77.Cc6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16f777cad3f4e8b75223da11eb9b0d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Sasa Martinovic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tienen dos formas de intentar progresar: capturar en e5 o avanzar un peón. ¿Cuál plantea más problemas?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qué jugada obliga a las negras a tomar una decisión difícil en lugar de simplificar.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54.b5!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54.b5! es la ruptura que maximiza las posibilidades de error del rival. Tras 54.Cxe5?! Ad2 las blancas se quedan sin la palanca b4-b5 y no tienen un plan de progreso. Con b5, las negras deben elegir entre capturar (lo que pierde por c6 y el peón pasado en a6) o la difícil 54...Rd7!, que mantiene las tablas.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61035d68680de0c5f5b57867849c59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Sasa Martinovic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Carlsen acaba de jugar 59.Cd7, que amenaza a7. ¿Cómo se defienden las negras?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Capturar el caballo pierde. Busca una casilla del rey que haga dos trabajos a la vez.</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59…Rc6!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59...Rc6! es la única jugada y construye una fortaleza: el rey defiende b5, ataca b7 (impidiendo a6-a7) y el alfil vigila b8. Si 59...Rxd7? 60.a7 y el peón corona. Mientras el rey no salga de c6 y el alfil se mantenga en la diagonal h2-b8, las blancas no progresan.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fb9aa8de4db58856147175b32a394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Sasa Martinovic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jugar 63...Ag3?. ¿Por qué es un error y cómo lo castigan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ahora está del lado equivocado de una casilla clave de la diagonal h2-b8.</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64.Ce5+!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64.Ce5+! ocupa la casilla que corta la diagonal h2-b8 entre el alfil y b8, y al mismo tiempo obliga al rey a abandonar c6, la casilla que sostenía toda la defensa. El plan siguiente es Re4-d5 para quitar c6 al rey definitivamente.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88d212a510aa3075edd47f8b3d9d14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Sasa Martinovic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Rey negro atado a c6 y alfil atado a la diagonal h2-b8. ¿Cómo aprovechan las blancas esta falta de movilidad?</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hace falta amenazar nada; basta con que las negras tengan que mover.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69.Rb3!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69.Rb3! deja a las negras en zugzwang. El rey no puede abandonar c6 (a7 corona), y cualquier jugada del alfil abandona la defensa de b4 o de b8. Tras 69...Ac7 70.Rxb4 desaparece el último peón negro útil.</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858b3e1717cd042e8db760aafa818a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Sasa Martinovic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rey blanco ha llegado a f5. ¿Cuál es la manera correcta de romper la última resistencia?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Coronar ahora sería un error. Repite el mecanismo que funcionó en la jugada 64.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75.Ce5+!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75.Ce5+! vuelve a bloquear la diagonal h2-b8 y expulsa al rey de c6. Después de 75...Rc7 76.Re6 el alfil de d6 está atacado y no tiene casillas en la diagonal, así que debe abandonarla y 77.Cc6 controla b8. En cambio 75.b8=D?? Axb8 76.Cxb8+ Rb6! 77.Re6 Ra7 son tablas.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Cuando todos los peones están en un flanco, el caballo vale al menos tanto como el alfil: el bando del caballo puede jugar a ganar sin riesgo.</a:t>
            </a:r>
          </a:p>
          <a:p>
            <a:pPr>
              <a:spcAft>
                <a:spcPts val="600"/>
              </a:spcAft>
            </a:pPr>
            <a:r>
              <a:rPr sz="1600">
                <a:solidFill>
                  <a:srgbClr val="1F2937"/>
                </a:solidFill>
                <a:latin typeface="Calibri"/>
              </a:rPr>
              <a:t>•  Como defensor, identifica las casillas y la diagonal que sostienen tu fortaleza y no las abandones ni siquiera con jugadas de espera que parezcan inocentes.</a:t>
            </a:r>
          </a:p>
          <a:p>
            <a:pPr>
              <a:spcAft>
                <a:spcPts val="600"/>
              </a:spcAft>
            </a:pPr>
            <a:r>
              <a:rPr sz="1600">
                <a:solidFill>
                  <a:srgbClr val="1F2937"/>
                </a:solidFill>
                <a:latin typeface="Calibri"/>
              </a:rPr>
              <a:t>•  Un caballo que se instala en la diagonal del alfil enemigo puede cortarlo de la casilla de coronación y crear zugzwang.</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Magnus Carlsen – Aryan Tari (Stavanger 2020) 1-0</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una apertura española estándar, Carlsen y Tari llegan a una posición con caballo blanco contra alfil negro, y éste queda encerrado por sus propios peones en c5, d6 y e5. Aunque el material es idéntico, el caballo cuenta con dos puestos permanentes en c4 y d5 que el alfil jamás podrá disputar. Carlsen mantiene las damas en el tablero para maximizar sus opciones de ataque, invade la séptima fila con la torre y prepara la ruptura g3-g4-g5 para instalar el caballo en f6. Un desliz de las negras en la jugada 33 (33...Tc7?) les cuesta su último recurso defensivo, y el golpe final 42.Te8! desencadena un ataque de mate imparable.</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El desequilibrio caballo contra alfil puede decidir una partida sin ninguna otra ventaja: todo depende de si el alfil tiene diagonales libres o está encerrado por su propia cadena de peones.</a:t>
            </a:r>
          </a:p>
          <a:p>
            <a:pPr>
              <a:spcAft>
                <a:spcPts val="600"/>
              </a:spcAft>
            </a:pPr>
            <a:r>
              <a:rPr sz="1600">
                <a:solidFill>
                  <a:srgbClr val="1F2937"/>
                </a:solidFill>
                <a:latin typeface="Calibri"/>
              </a:rPr>
              <a:t>•  Con una pieza menor claramente dominante conviene mantener las damas en el tablero: multiplican las amenazas prácticas contra el rey rival, más que un final técnico.</a:t>
            </a:r>
          </a:p>
          <a:p>
            <a:pPr>
              <a:spcAft>
                <a:spcPts val="600"/>
              </a:spcAft>
            </a:pPr>
            <a:r>
              <a:rPr sz="1600">
                <a:solidFill>
                  <a:srgbClr val="1F2937"/>
                </a:solidFill>
                <a:latin typeface="Calibri"/>
              </a:rPr>
              <a:t>•  Una vez fijadas las debilidades, hay que buscar la ruptura de peones (aquí g3-g4-g5) que abra camino hacia el rey enemigo justo por el flanco donde la pieza defensiva rival no llega.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Magnus Carlsen – Aryan Tari</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1…e5 2.Cf3 2…Cc6 3.Ab5 3…a6 4.Aa4 4…Cf6 5.O-O 5…Ae7 6.d3 6…b5 7.Ab3 7…d6 8.a4 8…Ad7 9.c3 9…Ca5 10.Aa2 10…c5 11.Ag5 11…O-O 12.Cbd2 12…Tb8 13.axb5 13…axb5 14.Te1 14…b4?! 15.Cc4 15…Cxc4 16.Axc4 16…bxc3 17.bxc3 17…Dc7 18.Dc2 18…Ab5 19.Axb5 19…Txb5 20.Axf6! 20…Axf6 21.Cd2 21…Dc6 22.Da4 22…Tfb8 23.Cc4 23…Ae7 24.g3 24…Dc8 25.Dd1 25…g6 26.Rg2 26…Af8 27.Df3 27…Tb3 28.Tec1 28…De6 29.Ta7 29…T8b7 30.Txb7 30…Txb7 31.Ta1! 31…h5 32.Ta8 32…Rg7 33.Ce3 33…Tc7? 34.Cd5 34…Tc8 35.Ta7 35…Tb8 36.h3! 36…Td8 37.g4 37…hxg4 38.hxg4 38…Td7 39.Ta8 39…f6 40.g5! 40…f5 41.Dh3 41…Tf7 42.Te8! 42…Dxe8 43.Dh6+ 43…Rg8 44.Dxg6+ 44…Rh8 45.Cf6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710893cf69a42cb0f196681029ff6f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recapturar en b5 con la torre. ¿Cómo deciden las blancas la batalla entre el alfil y el caballo negros?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cuál de las dos piezas menores negras conviene forzar a recapturar en f6.</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20.Axf6!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20.Axf6! obliga al alfil, y no al caballo, a recapturar en f6. Así las negras quedan con el alfil (la pieza peor en esta estructura) contra el caballo blanco, que dispone de los puestos inamovibles c4 y d5.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8ab9660deb81819d62042b2cdc39eb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las torres cambiadas en la columna b, ¿cómo continúan las blancas su plan de invasión?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dos objetivos para la torre blanca: una fila trasera y una casilla que le hace falta al caballo.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31.Ta1!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31.Ta1! prepara la invasión en la séptima o la octava fila y deja libre la ruta Cd2-e3-d5. Es una jugada de espera con doble propósito, típica de las posiciones donde el bando fuerte no tiene ninguna prisa.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955a92773aa7959fd3a9545c64331a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ya está en e3 y las negras acaban de errar con 33...Tc7?. ¿Con qué plan de peones inician las blancas el ataque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hace falta capturar nada todavía: preparen una ruptura en el flanco donde el alfil negro no puede ayudar.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36.h3!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36.h3! prepara g3-g4-g5 sin permitir que las negras cierren la posición con ...h4. El plan crea un puesto de avanzada en f6 para el caballo, y el alfil pasivo en f8 no genera ninguna contrapartida.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e4bd6ae49a3caad48f296218f39b40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abrir la columna h, ¿cuál es la ruptura más contundente para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Capturar en f6 con el caballo alivia la presión; hay una jugada de peón que mantiene todas las piezas en el tablero.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40.g5!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40.g5! abre la posición y crea un puesto de avanzada en f6 para el caballo sin renunciar a ninguna pieza. Capturar con 40.Cxf6? sólo ganaría un peón y llevaría a un final prácticamente de tablas.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a536f0ff8d7ffdad0d052ecf35437a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Magnus Carlsen – Aryan Tari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negra en e6 y el rey sin ningún defensor, ¿cuál es el golpe que decide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que forzar el cambio de damas en las condiciones más favorables, aunque parezca que se entrega la torre.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42.Te8!</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42.Te8! obliga a cambiar damas, ya que 42...Dxe8 es prácticamente forzado. Después 43.Dh6+ y 44.Dxg6+ desmantelan la defensa del rey negro, que no tiene ninguna pieza que lo ayude.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caballo con dos puestos inamovibles vale más que un alfil encerrado por su propia cadena de peones, incluso sin ninguna otra ventaja material.</a:t>
            </a:r>
          </a:p>
          <a:p>
            <a:pPr>
              <a:spcAft>
                <a:spcPts val="600"/>
              </a:spcAft>
            </a:pPr>
            <a:r>
              <a:rPr sz="1600">
                <a:solidFill>
                  <a:srgbClr val="1F2937"/>
                </a:solidFill>
                <a:latin typeface="Calibri"/>
              </a:rPr>
              <a:t>•  Cuando tu pieza menor domina, no te apresures a cambiar damas: mantenerlas en el tablero multiplica las posibilidades de generar un ataque directo.</a:t>
            </a:r>
          </a:p>
          <a:p>
            <a:pPr>
              <a:spcAft>
                <a:spcPts val="600"/>
              </a:spcAft>
            </a:pPr>
            <a:r>
              <a:rPr sz="1600">
                <a:solidFill>
                  <a:srgbClr val="1F2937"/>
                </a:solidFill>
                <a:latin typeface="Calibri"/>
              </a:rPr>
              <a:t>•  Busca la ruptura de peones que abra líneas hacia el rey rival justo por el flanco donde su pieza defensiva no puede ayudar.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Reproduce en el tablero la posición final de Carlsen–Tari después de 33...Ae7? y busca tú mismo la ruta hacia el mate antes de mirar la solución del motor. Después juega contra el motor la posición de Carlsen–Martinovic con el bando del alfil, tratando de encontrar el momento exacto en que debiste haber activado el rey o cambiado piezas.</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