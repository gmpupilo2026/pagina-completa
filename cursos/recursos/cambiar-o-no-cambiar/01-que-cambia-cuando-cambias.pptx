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bases del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¿Qué cambia cuando cambias?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cambio no es un trámite: cada pieza que sale del tablero se lleva un trabajo, y lo que importa es quién se queda con las piezas que trabajan.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¿Qué cambia cuando cambias?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primeras reglas que se aprenden miden las piezas en puntos: el caballo vale tres, la torre cinco. Con esa cuenta, un caballo por un alfil es un cambio «igual» y no hay nada que pensar. Pero una pieza no vale por su nombre, sino por lo que hace en esa posición: el alfil que defiende todas tus casillas negras vale mucho más que tres puntos, y el que está encerrado detrás de sus peones vale bastante menos.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¿Qué cambia cuando cambias?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Por eso, antes de cambiar, la pregunta no es «¿es parejo?», sino «¿qué cambia en la posición?». Qué casillas quedan sin defensor, qué peones quedan débiles o fijos, qué piezas quedan en el tablero y si esas piezas tienen buen futuro. Un cambio parejo en puntos puede dejar una posición muy desigual.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¿Qué cambia cuando cambias?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primera partida modelo es de Akiba Rubinstein, uno de los grandes maestros de la técnica. Primero cambia un caballo para dejar al rival con un peón retrasado, y después cambia los alfiles de casillas negras para que las casillas c5 y d4 queden sin nadie que las cuide. Ninguno de los dos cambios gana material: los dos ganan casillas.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 próxima partida lenta, cada vez que vayas a cambiar una pieza, escribe en la planilla una palabra: qué gana el cambio (una casilla, un peón débil, una pieza mala del rival, tiempo). Si no puedes escribir nada, piénsalo otra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