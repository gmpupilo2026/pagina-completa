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¿CAMBIO O NO CAMBIO?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3 · Damas y torres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La dama que no se cambia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Cuando la dama es la que ataca o la que sostiene la defensa, ofrecerle un cambio es regalar la partida.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dama que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Así como hay posiciones en las que cambiar damas gana, hay otras en las que cambiarlas tira a la basura todo lo conseguido. Si tu dama es la pieza que presiona al rey rival, el cambio le devuelve la tranquilidad. Si tu dama es la que tapa la entrada a tu rey, el cambio deja la puerta abierta.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dama que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tentación del cambio viene muchas veces de un falso alivio: la dama rival molesta, se ofrece el cambio y uno respira. Antes de hacerlo, mira el final que queda. Si en ese final tus peones son peores, tu rey está más lejos o las piezas rivales son más activas, la molestia de la dama era el mal menor.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La dama que no se cambia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jugada que esquiva un cambio sin perder tiempo es una de las más finas del medio juego: mantiene la tensión y obliga al rival a seguir resolviendo problemas.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partidas, busca un momento en que podías cambiar damas y no lo hiciste, o lo hiciste. Analiza con el motor el final que quedaba en las dos opciones.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¿Cambio o no cambio? · Lección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