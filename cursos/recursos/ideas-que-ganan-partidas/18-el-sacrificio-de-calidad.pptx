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Las piezas en su sitio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sacrificio de calidad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Entregar una torre por un alfil o un caballo es mal negocio en papel. En el tablero, a veces es la mejor jugada.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sacrificio de calidad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torre vale más que una pieza menor, más o menos dos peones de diferencia. Pero ese valor es un promedio: una torre sin columnas abiertas vale menos, y un caballo instalado en una casilla fuerte vale más. Cuando la torre propia no tiene futuro y la pieza menor del rival es la que sostiene su posición, entregar la calidad puede mejorar las cosas.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sacrificio de calidad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razones habituales son tres: eliminar una pieza clave del rival (el alfil que defiende las casillas del rey, el caballo que bloquea un peón pasado), romper la estructura de peones del rey enemigo, o quedarse con una pieza menor dominante y peones pasados a cambio. En todos los casos lo que se gana es posicional o de ataque, no material.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sacrificio de calidad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decidir, compara las piezas que quedan, no las que se van: si después del cambio tus piezas son mejores que las suyas, la calidad suele estar bien entregada.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Busca en una base de datos cinco partidas con un sacrificio de calidad y escribe, en cada una, qué pieza del rival desapareció y por qué era importante.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