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32</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Del patrón al plan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Las trampas de apertura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Las trampas de apertura castigan las jugadas naturales que no miran lo que pasa. Aprende por qué funcionan para no caer y para reconocerlas aunque no te las sepas de memoria.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trampas de apertura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Una trampa de apertura es una secuencia en la que una jugada que parece natural pierde material o lleva al mate en pocas jugadas. Casi todas aprovechan las mismas debilidades del principio de la partida: la casilla f7 (f2 con blancas), defendida solo por el rey; el rey que se queda en el centro con la columna e abierta; la dama que sale temprano y se queda sin casillas, o un peón «regalado» que, si se come, desvía una pieza importante. Las trampas no son trucos raros: son errores de principios que se cobran rápido.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trampas de apertura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no caer no hace falta memorizar todas. Hay señales que se repiten: el rival te deja un peón o una pieza gratis, y nadie regala nada en la apertura sin una razón; una pieza tuya queda clavada contra el rey en la columna e; tu dama sale a comer lejos de las demás piezas; o el rival tiene dos o tres piezas apuntando a f7 y tú la defiendes solo con el rey. Cuando veas una de esas, frena y mira las jugadas de jaque y captura del rival.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trampas de apertura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error típico es aprender las trampas como una lista y quedarse ciego cuando aparece una variante distinta. Sirve más entender por qué funciona cada una: qué casilla débil ataca y qué principio rompió quien cayó. Así reconoces la familia aunque las piezas estén en otro sitio. Y al revés: cuando tú tiendes una trampa, que la jugada sea buena aunque el rival no caiga. Una trampa que empeora tu posición si el rival la ve es una apuesta, no una trampa.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Revisa las aperturas de tus diez últimas partidas rápidas y busca si alguna vez comiste un peón o una pieza «gratis» antes de la jugada diez. Anota qué pasó en las cinco jugadas siguientes.</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