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14 del curso Estrategia y Táctica. Tomar el control de las líneas clave del tablero.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ESTRATEGIA Y TÁCTICA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Estrategia posicional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Columnas y diagonales abiertas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el control de las líneas clave del tablero.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Columnas y diagonales abiertas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columna abierta (sin peones de ningún bando) es el territorio natural de las torres; una semiabierta (sin tu propio peón, pero con uno rival) también es valiosa.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Ocupar la columna abierta ANTES que el rival suele decidir quién domina esa línea toda la partida.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tu próxima partida, identifica la primera columna que se abre y disputa su control con una torre.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Táctica · Lección 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Columnas y diagonales abiertas — Estrategia y Táctica</dc:title>
  <dc:subject>Columnas y diagonales abiertas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