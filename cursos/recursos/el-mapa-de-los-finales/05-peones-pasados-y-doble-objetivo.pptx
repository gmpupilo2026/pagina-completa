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0B429"/>
                </a:solidFill>
                <a:latin typeface="Calibri"/>
              </a:rPr>
              <a:t>El mapa de los finales  ·  Bloque 2: Finales de peones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Lección 5
Peones pasados y las maniobras del rey con doble objetivo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0F4F8"/>
                </a:solidFill>
                <a:latin typeface="Calibri"/>
              </a:rPr>
              <a:t>Finales 81 a 84 · 14 posiciones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0B429"/>
                </a:solidFill>
                <a:latin typeface="Calibri"/>
              </a:rPr>
              <a:t>Ajedrez Integral · Oscar Angulo Cubero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Objetivo de la lección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943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Usar el rey con dos objetivos a la vez (apoyar el propio peón y atacar el ajeno) y valorar el peón pasado alejado y el peón pasado central.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Idea guía: El rey se mueve por el camino que amenaza dos cosas: la regla de Bahr y las maniobras de doble objetivo deciden las carreras.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5 · Ajedrez Integral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Contenido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81 · Peones en columnas contiguas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82 · Peones pasados. Maniobras del rey con doble objetivo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83 · Peones de torre bloqueados y un peón pasado alejado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84 · Peón pasado central próximo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5 · Ajedrez Integral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81 · Peones en columnas contiguas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 peones en columnas adyacentes es fácil calcular quién llega. El único recurso especial: entregar el peón para cambiar las casillas críticas del peón rival.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La entrega del peón transforma las casillas críticas del peón rival: si el rey enemigo ya no las alcanza, es tablas.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5 · Ajedrez Integral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81 · Peones en columnas contiguas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Entregar el peón para cambiar las casillas críticas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1.e5 fxe5 2.Rg2 Rf4 3.Rf2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49731"/>
            <a:ext cx="5486400" cy="33767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1.e5! y las casillas críticas pasan de e4-f4-g4 a d3-e3-f3, inalcanzables para el rey negro. 1.Rg2? Rf4 2.Rf2 Rxe4 y las negras ganan.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5 · Ajedrez Integral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82 · Peones pasados. Maniobras del rey con doble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 dos peones pasados casi todo es una carrera, pero hay posiciones donde el rey debe apoyar a su peón y estorbar al contrario a la vez: las jugadas con doble objetivo. El final de Reti es el ejemplo eterno.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Jugadas de rey con doble objetivo: mantenerse en el cuadrado del peón rival y a la vez apoyar el propio o cerrar el paso al rey enemigo.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Reti: el rey se mueve en diagonal, ganando tiempos hacia los dos objetivos; cada tiempo que el rival gasta en frenar un objetivo lo acerca al otro.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Atracción del rey a una casilla: preparar la coronación con jaque para ganar la carrera.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5 · Ajedrez Integral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82 · Peones pasados. Maniobras del rey con doble objetivo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Duras 1905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1.Rc5 Rg6 2.b4 Rf7 3.b5 Re7 4.Rc6 Rd8 5.Rb7 g5 6.b6 g4 7.Ra7 g3 8.b7 g2 9.b8=D+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961349"/>
            <a:ext cx="5486400" cy="31651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1.Rc5! se mantiene en el cuadrado del peón g y prepara Rc6 para impedir que el rey negro se ponga delante del peón b. 5.Rb7! obstruye su propio peón pero la coronación con jaque recupera el tiempo.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5 · Ajedrez Integral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2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82 · Peones pasados. Maniobras del rey con doble objetivo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final de Reti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1.Rg7 h4 2.Rf6 Rb6 3.Re5 Rxc6 4.Rf4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88920"/>
            <a:ext cx="548640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El rey blanco está fuera del cuadrado del peón h, pero cada paso en diagonal amenaza llegar a d6 y apoyar su peón. Las negras tienen que gastar dos tiempos, justo los que faltaban para entrar en el cuadrado.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5 · Ajedrez Integral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2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82 · Peones pasados. Maniobras del rey con doble objetivo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Los caminos del rey a d6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Tablas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388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El gráfico muestra cuántos caminos mínimos llevan a cada casilla; sólo la ruta g7-f6-e5 mantiene al rey lo más cerca posible del cuadrado del peón negro.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5 · Ajedrez Integral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2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82 · Peones pasados. Maniobras del rey con doble objetivo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Ljubojevic - Browne, Amsterdam 1972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Ganan negras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1...Rd5 2.b4 f5 3.b5 f4 4.b6 Rc6 5.Ra6 f3 6.b7 f2 7.b8=D f1=D+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94729"/>
            <a:ext cx="5486400" cy="3231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1...Rd5! se aparta del jaque y a la vez impide que el rey blanco entre en el cuadrado. En la partida siguió 1...f5? y tablas. 4...Rc6! atrae al rey blanco a la casilla fatídica: la dama corona con jaque y gana.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5 · Ajedrez Integral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2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82 · Peones pasados. Maniobras del rey con doble objetivo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Diagrama de análisis: la atracción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Ganan negras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1...Rc6 2.Ra6 f3 3.b7 f2 4.b8=D f1=D+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96757"/>
            <a:ext cx="5486400" cy="33297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El peón blanco iba por delante, pero la coronación con jaque del peón negro le cuesta la dama.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5 · Ajedrez Integral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83 · Peones de torre bloqueados y un peón pasado alejado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 peones de torre bloqueados y un peón pasado, el plan es entregar el pasado para capturar el peón de torre y evitar que el rey rival llegue a la zona de tablas. Si el peón de torre fuerte ha llegado a quinta, se gana siempre; si no, decide la regla de las líneas de tablas.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Peón de torre del bando fuerte en quinta o sexta: se gana siempre. A ambos les interesa avanzar su peón de torre cuanto antes.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Al bando fuerte le interesa mantener su peón pasado lo más atrás posible: el rey rival tarda más en capturarlo y en volver.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Líneas de tablas: el rey negro captura el peón pasado y va en diagonal a la columna f (línea de colisión); el blanco captura el peón de torre y va en diagonal a la misma columna. Si el negro la cruza más arriba, tablas; si no, pierde.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5 · Ajedrez Integral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3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83 · Peones de torre bloqueados y un peón pasado alejado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Peón de torre en quinta: se gana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1.Rd4 Rd7 2.Re5 Re7 3.Rf5 Rd6 4.Rg6 Rd5 5.Rxh6 Re6 6.Rg7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71216"/>
            <a:ext cx="5486400" cy="3255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2.Re5 mantiene al rey negro separado del peón; tras capturar, el rey blanco mueve en diagonal para cerrar la columna 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5 · Ajedrez Integral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3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83 · Peones de torre bloqueados y un peón pasado alejado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Peones bloqueados más atrás de la quinta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1.Rd4 Rb4 2.Re5 Rxb3 3.Rf5 Rc4 4.Rg5 Rd5 5.Rxh5 Re6 6.Rg6 Re7 7.Rg7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914323"/>
            <a:ext cx="5486400" cy="32121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1.b4? facilitaría el regreso del rey negro y sería tablas. Dejando el peón en b3, el rey negro tarda más y el blanco llega justo a tiempo a g6.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5 · Ajedrez Integral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3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83 · Peones de torre bloqueados y un peón pasado alejado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Diagrama de análisis: la línea de colisión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1...Re7 2.Rg7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02705"/>
            <a:ext cx="5486400" cy="34237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Los reyes se enfrentan en la columna f y el rey negro no puede colarse: pierde.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5 · Ajedrez Integral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3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83 · Peones de torre bloqueados y un peón pasado alejado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Las líneas de tablas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Tablas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1.Rb3 Rb6 2.Rc4 Rc6 3.Rd4 Rb5 4.Re4 Rxb4 5.Rf5 Rc5 6.Rg5 Rd6 7.Rxh5 Re7 8.Rg6 Rf8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969187"/>
            <a:ext cx="5486400" cy="31572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Tras 1.b4? las trayectorias diagonales muestran que el rey negro cruza la columna f más arriba que el blanco: se cuela en la zona de tablas.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5 · Ajedrez Integral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84 · Peón pasado central próximo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Si el peón pasado está en la columna central vecina a los peones de torre, el defensor puede contraatacar los peones y el rey fuerte tiene menos espacio. Con peones bloqueados en sexta es tablas; en quinta se suele ganar; más atrás vuelve la regla de Bahr.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Peones de torre bloqueados en sexta: lo normal es tablas, el rey fuerte no tiene espacio para atacar el peón 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Bloqueados en quinta: el contraataque sólo funciona si el peón central está muy atrás; se suele ganar con la maniobra del rey que estorba la salida del rey rival de la banda.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Bloqueados en cuarta: el contraataque sólo sirve en posiciones especiales; rige la regla de Bahr.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5 · Ajedrez Integral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4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84 · Peón pasado central próximo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Peón bloqueado en sexta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1.Rc1 Rd4 2.Rc2 Rc4 3.d3+ Rd4 4.Rd2 Rd5 5.Rc3 Re5 6.d4+ Rd5 7.Rd3 Rd6 8.Rc4 Rc6 9.d5+ Rd6 10.Rd4 Rd7 11.Rc5 Rc7 12.d6+ Rd7 13.Rd5 Rd8 14.Rc6 Rc8 15.d7+ Rd8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259182"/>
            <a:ext cx="5486400" cy="28672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Con los peones bloqueados en sexta el rey blanco nunca tiene espacio para ir a por el peón a: tablas con cualquier avance del peón 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5 · Ajedrez Integral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4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84 · Peón pasado central próximo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Peón bloqueado en quinta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1.Re2 Rc5 2.Re3 Rb5 3.Rd4 Rxa5 4.Rc5 Ra4 5.d4 a5 6.d5 Rb3 7.d6 a4 8.d7 a3 9.d8=D a2 10.Dd4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004457"/>
            <a:ext cx="5486400" cy="31220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La defensa pasiva pierde; el contraataque 2...Rb5 tampoco alcanza: 4.Rc5! estorba la salida del rey negro de la banda y corona primero.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5 · Ajedrez Integral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4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84 · Peón pasado central próximo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Diagrama de análisis: el rey estorba la salida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1...Ra4 2.d4 a5 3.d5 Rb3 4.d6 a4 5.d7 a3 6.d8=D a2 7.Dd4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71216"/>
            <a:ext cx="5486400" cy="3255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Maniobra instructiva: el rey blanco dificulta la salida del rey negro por la banda y llega a coronar con control de a1.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5 · Ajedrez Integral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4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84 · Peón pasado central próximo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Peón bloqueado en cuarta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1.Re1 Rc4 2.Re2 Rb4 3.Rd3 Rxa4 4.Rc4 Ra3 5.d4 a4 6.d5 Rb2 7.d6 a3 8.d7 a2 9.d8=D a1=D 10.Dd2+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016213"/>
            <a:ext cx="5486400" cy="31102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2.Re2! vigila siempre el contraataque; con 4.Rc4 los peones coronan a la vez pero la posición de los reyes decide (ver Final 20).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5 · Ajedrez Integral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Para practicar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943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Elige una posición del Final 82 y busca la ruta del rey que amenaza las dos cosas antes de ver la solución.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En la página del curso cada posición se puede jugar contra el motor (Stockfish) al nivel que elijas; la hoja de ejercicios en PDF reúne las posiciones de esta lección para resolver sin tablero.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60420"/>
            <a:ext cx="10972800" cy="285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Recorre cada línea principal hasta entender el porqué de cada jugada.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Practica primero las posiciones clave, después las demás.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Anota las reglas de cada final con tus palabras.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5 · Ajedrez Integral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