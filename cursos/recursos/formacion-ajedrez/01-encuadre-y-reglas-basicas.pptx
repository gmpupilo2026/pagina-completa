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FORMACIÓN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Reglamento y reglas de competición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Encuadre del curso y reglas básicas del ajedrez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Movimientos legales, jaque, jaque mate, ahogado y tablas, con los errores más frecuentes en el aula.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Encuadre del curso y reglas básicas del ajedrez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Presentación del curso: las 8 sesiones, propósitos, cronograma y la sesión de cierre presencial.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Encuadre del curso y reglas básicas del ajedrez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rol y el perfil de la persona árbitra y asesora en los Juegos Deportivos Estudiantiles.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Encuadre del curso y reglas básicas del ajedrez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Reglas básicas del ajedrez: movimientos legales, jaque, jaque mate, ahogado, tablas.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Encuadre del curso y reglas básicas del ajedrez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Notación algebraica y su uso obligatorio en competencia.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Encuadre del curso y reglas básicas del ajedrez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Errores y dudas frecuentes en la aplicación de las reglas en el ámbito escolar.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PRÁCTICA — IDENTIFICACIÓN DE JUGADAS LEGALES Y FINALES DE PARTIDA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mbria"/>
              </a:rPr>
              <a:t>A partir de un set de 8 posiciones, cada participante determina si hay jaque, jaque mate, ahogado o tablas, y justifica su respuesta con base en el reglamento.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