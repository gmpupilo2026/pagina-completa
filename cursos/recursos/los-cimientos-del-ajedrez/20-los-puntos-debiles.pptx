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20</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1 · Las primeras herramientas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Los puntos débiles</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Peones aislados, doblados o retrasados, casillas sin defensa cerca del rey y el punto f7: aprende a encontrar debilidades y a atacarlas.</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Los puntos débiles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Una debilidad es algo que el rival tiene que defender todo el tiempo o una casilla que ya no puede defender con peones. Al principio de la partida, los puntos más sensibles son f7 y f2, porque solo los protege el rey. Más adelante aparecen las debilidades de peones: el peón aislado, sin peones propios en las columnas vecinas; los peones doblados, uno detrás del otro; y el peón retrasado, que se quedó atrás y no puede avanzar sin perderse.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Los puntos débiles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Para verlas, mira la estructura de peones de los dos bandos y pregúntate qué peones no pueden ser defendidos por otro peón. Esos solo se defienden con piezas, y una pieza que defiende un peón es una pieza que no hace otra cosa. Mira también las casillas alrededor del rey: si un peón del enroque avanzó, la casilla que dejó atrás puede quedar sin defensa, sobre todo si falta el alfil de ese color.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Los puntos débiles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Atacar una debilidad es un plan claro cuando no hay nada concreto: pones presión con varias piezas y el rival tiene que defender con las suyas, que pierden actividad. Si además puedes atacar una segunda debilidad lejos de la primera, la defensa se rompe. El error típico es crear debilidades propias sin necesidad, empujando peones del enroque o cambiando peones de forma que te quedes con uno aislado sin compensación.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En tres partidas tuyas, después de la apertura, dibuja la estructura de peones en un papel y marca cada debilidad de los dos bandos. Escribe qué pieza tuya podía atacar cada una.</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