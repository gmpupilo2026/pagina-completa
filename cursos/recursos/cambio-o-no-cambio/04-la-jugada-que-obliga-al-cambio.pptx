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Qué se va y qué queda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jugada que obliga al cambio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Si el cambio te conviene, el rival lo va a evitar. A veces hace falta una jugada previa que no le deje otra.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jugada que obliga al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cambio que te conviene es un cambio que al rival no le conviene, así que no va a aceptarlo de buena gana: va a mover la pieza, a defenderla con otra o a cambiar en otra casilla donde le vaya mejor. La técnica consiste en preparar el cambio de modo que esquivarlo cueste más que aceptarlo.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jugada que obliga al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tres formas habituales. La primera es ofrecer el cambio con una amenaza: si el rival no cambia, pierde otra cosa. La segunda es clavar o atacar la pieza que querías cambiar, para que no tenga adónde ir. La tercera es la jugada tranquila que quita la última casilla de escape o la última defensa, y deja el cambio como única salida.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jugada que obliga al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Este tipo de jugada es difícil de ver porque no captura nada: es la que se juega antes del cambio. Cuando sepas qué cambio quieres, no te preguntes solo «¿puedo cambiar ya?», sino «¿qué jugada deja al rival sin otra cosa que cambiar?».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en una partida veas un cambio que te convenga y el rival lo esquive, anótalo. Después, con el análisis, busca si había una jugada previa que lo obligaba. Con el tiempo vas a empezar a verla antes.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