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El 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oposición y las casillas críticas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Cómo ganar el duelo de reyes, y qué casillas hay que alcanzar para que el peón corone.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oposición y las casillas críticas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Dos reyes están en oposición cuando se miran de frente con una casilla de por medio — en columna, en fila o en diagonal. La tiene el que NO está obligado a mover: el otro tiene que apartarse y abrir el paso. Es la forma más simple de zugzwang que existe y decide la mayoría de los finales de rey y peón.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oposición y las casillas críticas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oposición no es un fin en sí mismo: sirve para llegar a las casillas críticas. Con un peón en d4, por ejemplo, las casillas críticas son c6, d6 y e6: si el rey blanco llega a una de ellas, el peón corona pase lo que pase. Saber cuáles son convierte el final en una carrera con meta conocida.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oposición y las casillas críticas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los reyes están lejos entra la oposición distante: el mismo duelo pero con tres o cinco casillas de por medio, siempre un número impar. Se cuenta igual, y el que la tiene la conserva hasta el contacto si no se equivoca de casilla.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diez finales de rey y peón contra rey contra el motor del sitio, cambiando quién empieza con la oposición. Anota en cuáles ganaste y en cuáles no: la diferencia siempre está en una sola jugada.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