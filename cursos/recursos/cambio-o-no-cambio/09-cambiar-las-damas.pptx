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¿CAMBIO O NO CAMBIO?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Damas y torres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Cambiar las damas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cambio de damas cambia la partida entera: se acaban los ataques al rey y empieza otra pelea.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Cambiar las damas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Ningún cambio transforma tanto una partida como el de damas. Con damas, el rey tiene que estar seguro y las amenazas pueden venir de cualquier lado. Sin damas, el rey se vuelve una pieza activa, los ataques directos casi desaparecen y lo que cuenta es la estructura de peones, las piezas activas y el final que se viene.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Cambiar las damas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Te conviene cambiar damas cuando tu rey está más expuesto que el del rival, cuando tienes ventaja de material o una mejor estructura, o cuando la dama rival es más activa que la tuya. No te conviene cuando tu ataque depende de ella, cuando el final que queda es peor para ti o cuando el rival es el que está expuesto.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Cambiar las damas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Muchas veces el cambio de damas se ofrece con una amenaza: la dama se pone enfrente de la rival en una casilla donde, si no se cambia, algo cae. Y muchas otras el rival lo ofrece para quitarte la iniciativa: ahí la pregunta es si puedes esquivarlo sin perder tiempo.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Durante una semana, cada vez que en tus partidas se cambien las damas, anota quién lo propuso y si esa persona terminó mejor o peor. Vas a descubrir si cambias damas por convicción o por costumbre.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¿Cambio o no cambio? · Lección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