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11 del curso Fundamentos del Ajedrez. Los mates básicos que todo jugador debe saber ejecutar.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Primeros principios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 con dos torres y con dama y rey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mates básicos que todo jugador debe saber ejecutar.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 con dos torres y con dama y rey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mate de "escalera" con dos torres consiste en dar jaques alternos empujando al rey rival hacia el borde del tablero, fila por fila, hasta acorralarlo en la última.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mate con dama y rey es más delicado: la dama sola no puede dar mate sin ayuda del rey propio (arriesgas un ahogado si acorralas mal).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técnica es acercar al rey rival al borde manteniendo la dama a "distancia de caballo" para evitar el ahogado.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 ambos mates desde distintas posiciones iniciales hasta poder ejecutarlos sin dudar.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 con dos torres y con dama y rey — Fundamentos del Ajedrez</dc:title>
  <dc:subject>Mate con dos torres y con dama y rey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