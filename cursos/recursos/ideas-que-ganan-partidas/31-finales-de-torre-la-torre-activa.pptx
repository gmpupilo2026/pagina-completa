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IDEAS QUE GANAN PARTIDAS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6 · Los finales que hay que saber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Finales de torre: la torre activa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Son los finales más frecuentes. Se ganan y se salvan con la actividad de la torre y del rey, más que con los peones.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Finales de torre: la torre activa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Casi la mitad de los finales que se juegan son de torres, y casi todos se deciden por lo mismo: la actividad. Una torre que ataca peones, que corta al rey rival o que se pone detrás de un pasado vale mucho más que una que defiende pasivamente. Una torre activa con un peón de menos suele salvar; una pasiva con un peón de más a veces no gana.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Finales de torre: la torre activa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Las reglas son pocas: la torre va detrás de los peones pasados (propios y ajenos), el rey se activa apenas se cambian las damas, y antes que defender un peón conviene contraatacar otro. Conocer las posiciones de Lucena y de Philidor es el piso mínimo para jugar estos finales sin regalar medio punto.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Finales de torre: la torre activa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En la práctica, el error más caro es la pasividad: poner la torre a defender un peón y dejar que la torre rival haga lo que quiera.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Repasa las posiciones de Lucena y de Philidor hasta poder jugarlas contra la computadora sin errores. Después revisa tus últimos finales de torres y marca cuándo tu torre estuvo activa y cuándo pasiva.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Ideas que ganan partidas · Lección 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