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ÁRBITRO 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El reloj y el control del tiempo (art. 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Puesta en marcha, incrementos y las obligaciones que cambian con el control de tiempo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artículo 6 completo: cómo se pone en marcha el reloj, qué es un incremento y qué cambia según el control elegido.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Puesta en marcha, incrementos y las obligaciones que cambian con el control de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reloj se pone en marcha con la jugada del segundo jugador (art. 6.1): las blancas pueden empezar a pensar antes de que el reloj corra, pero el tiempo de las negras no arranca hasta que las blancas mueven y presionan. Esto importa en incomparecencias: el reloj del ausente corre desde la hora fijada, no desde que llega el rival.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Puesta en marcha, incrementos y las obligaciones que cambian con el control de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incremento (Fischer) suma tiempo DESPUÉS de cada jugada, no antes; un control acumulativo (Bronstein) devuelve como máximo lo que se usó en esa jugada, sin superar el tiempo que había. La diferencia es real en la práctica: con Fischer el reloj puede subir por encima del tiempo inicial si se juega rápido, con Bronstein nunca.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Puesta en marcha, incrementos y las obligaciones que cambian con el control de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artículo 6.7 cubre la incomparecencia: si el reglamento del torneo no dice otra cosa, un jugador que no se presenta pierde la partida al vencer su tiempo, y la persona árbitra tiene que anotar la hora de inicio real para poder reconstruir cuándo venció. La tolerancia (cuánto se puede llegar tarde) la fija cada torneo, no las Leyes.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Puesta en marcha, incrementos y las obligaciones que cambian con el control de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un reloj se descompone a mitad de partida, el artículo 6.12 pide reconstruir los tiempos con el reloj de repuesto lo más fielmente posible, con criterio de quien arbitra y no de los jugadores: es una de las pocas decisiones donde el reglamento deliberadamente deja margen, porque cada avería es distinta.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Explicar, sin mirar el reglamento, la diferencia entre incremento Fischer y control acumulativo Bronstein con un ejemplo numérico de tres jugadas, y redactar el procedimiento paso a paso para reconstruir los tiempos de una partida cuando el reloj se apaga en el movimiento 30.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Árbitro Nacional · Lección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