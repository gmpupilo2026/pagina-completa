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45</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LOS CIMIENTOS DEL AJEDREZ</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2 · Del patrón al plan</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Combinaciones con piezas mayores</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Damas y torres son las piezas que más golpes dan. Aprende los ataques dobles de dama, las torres dobladas y las entregas de material que terminan en mate.</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Combinaciones con piezas mayores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La dama y las torres son las piezas de las combinaciones de final de partida: dan jaque desde lejos, atacan en varias direcciones y, juntas, suelen ser más fuertes que cualquier defensa. La dama es la reina del ataque doble: un jaque que a la vez ataca una pieza suelta, o una amenaza de mate que también ataca una torre. Las torres dobladas, en una columna o en una fila, multiplican la fuerza en un punto. Y muchas combinaciones empiezan con la entrega de una pieza mayor para abrir el camino de la otra.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Combinaciones con piezas mayores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Las señales: piezas rivales sin defensa, un rey en una columna o fila abierta, la última fila o la séptima sin cubrir, y piezas mayores rivales alineadas. Si tu dama puede dar un jaque que además ataca una pieza suelta, es probable que ganes material. Si tienes dos piezas mayores apuntando al mismo punto del enroque, busca una entrega que desvíe al defensor. Contar quién controla cada casilla de entrada es la base del cálculo con piezas mayores.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Combinaciones con piezas mayores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El error típico es atacar con la dama sola: corre por el tablero dando jaques, el rival se cubre y la dama termina lejos de casa. Las piezas mayores rinden cuando trabajan juntas o cuando tienen apoyo de una pieza menor o un peón. Otro error frecuente es no ver las amenazas del rival con sus propias piezas mayores: antes de lanzarte, revisa sus jaques y sus ataques a tu última fila.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Busca en tus partidas un momento en que tu dama pudo dar un jaque que atacaba también una pieza suelta. Si no lo encuentras, mira las de tu rival: alguien lo hizo.</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Los cimientos del ajedrez · Lección 45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