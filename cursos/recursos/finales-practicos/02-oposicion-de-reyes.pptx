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2 del curso Finales Prácticos. La herramienta clave para ganar o defender finales de rey y peón.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FINALES PRÁCTICOS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Finales de peones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Oposición de reyes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 clave para ganar o defender finales de rey y peón.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Oposición de reyes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reyes están "en oposición" cuando se enfrentan con una casilla de por medio en la misma columna, fila o diagonal.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NO tiene que mover (le toca al rival) tiene la oposición y normalmente puede forzar el avance de su peón o impedir el del rival.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 10 finales de rey y un peón contra rey, alternando quién tiene la oposición al inicio.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Finales Prácticos · Lección 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Oposición de reyes — Finales Prácticos</dc:title>
  <dc:subject>Oposición de reyes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