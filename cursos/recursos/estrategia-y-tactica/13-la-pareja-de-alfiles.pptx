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13 del curso Estrategia y Táctica. Cuándo es una ventaja real y cómo explotarla.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Estrategia posicional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pareja de alfiles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es una ventaja real y cómo explotarla.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pareja de alfiles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alfiles cubren juntos las casillas claras y oscuras, complementándose donde el otro no llega.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ventaja es mayor en posiciones abiertas, con muchas columnas y diagonales libres; en posiciones muy cerradas, un caballo bien situado puede igualar o superar a un alfil.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3 partidas, evita cambiar tu pareja de alfiles por caballos mientras la posición se mantenga abierta.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pareja de alfiles — Estrategia y Táctica</dc:title>
  <dc:subject>La pareja de alfiles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