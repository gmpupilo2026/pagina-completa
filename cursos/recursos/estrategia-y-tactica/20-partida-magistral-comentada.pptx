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20 del curso Estrategia y Táctica. Estrategia y táctica combinadas en una partida de alto nivel.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ESTRATEGIA Y TÁCTICA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Ataque y defensa del rey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magistral comentada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combinadas en una partida de alto nivel.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Partida magistral comentada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curso: una partida de alto nivel donde el ganador combina debilidades posicionales explotadas durante 20 jugadas con una combinación táctica final que decide la partida, comentada paso a paso.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paso: continúa con Finales Prácticos para saber convertir estas ventajas en victorias concretas.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Táctica · Lección 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Partida magistral comentada — Estrategia y Táctica</dc:title>
  <dc:subject>Partida magistral comentada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