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4 del curso Fundamentos del Ajedrez. Las tres formas en que puede terminar una partida por jaque.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FUNDAMENTOS DEL AJEDREZ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Reglas básicas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Jaque, jaque mate y ahogado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formas en que puede terminar una partida por jaque.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Jaque, jaque mate y ahogado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Jaque es cuando el rey está atacado; el jugador debe salir del jaque en su siguiente jugada (moviendo el rey, bloqueando el ataque o capturando a la pieza atacante).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Jaque mate ocurre cuando el rey está en jaque y no existe ninguna forma de evitarlo: la partida termina de inmediato, gana quien dio mate.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Ahogado (stalemate) es distinto: el jugador en turno NO está en jaque, pero no tiene ninguna jugada legal disponible.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es tablas (empate), no derrota, y es una de las reglas que más sorprende a los principiantes.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en línea 3 ejemplos de posiciones ahogadas y compáralas con un jaque mate similar.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Ajedrez · Lección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Jaque, jaque mate y ahogado — Fundamentos del Ajedrez</dc:title>
  <dc:subject>Jaque, jaque mate y ahogado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