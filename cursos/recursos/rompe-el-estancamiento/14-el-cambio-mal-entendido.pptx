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Cambios y transformaciones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cambio mal entendido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Cambiar piezas no es neutral: cada cambio le da algo a uno de los dos. Cambiar «para tranquilizar» suele dárselo al rival.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cambio mal entendido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Hay jugadores que cambian piezas cada vez que pueden, para que la posición se calme. Otros nunca cambian, porque «hay que mantener la tensión». Las dos actitudes tienen el mismo defecto: tratan los cambios como si fueran iguales, cuando cada cambio altera la posición de una forma distinta.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cambio mal entendido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Después de un cambio puede cambiar quién controla una columna, quién tiene la pareja de alfiles, qué pieza queda en una buena casilla y cuál en una mala, si un rey queda expuesto o protegido, si el final que queda es ganable o no. Antes de cambiar, la pregunta no es «¿pierdo material?» sino «¿qué queda después, y a quién le conviene?».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cambio mal entendido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guía práctica: cambia las piezas activas del rival y las tuyas pasivas; no cambies tu mejor pieza por la peor del rival; si vas adelante en material, los cambios te ayudan; si te estás defendiendo de un ataque, cambiar a los atacantes suele ser lo mejor que puedes hacer.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últimas cinco partidas, marca cada cambio de piezas y escribe al lado quién quedó mejor después del cambio, y por qué. Mira si alguno lo hiciste solo por tranquilidad.</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