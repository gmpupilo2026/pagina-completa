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6 del curso Estrategia y Táctica. El método para visualizar varias jugadas por adelantado.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ESTRATEGIA Y TÁCTICA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Cálculo y combinaciones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calcular variantes sin mover las piezas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método para visualizar varias jugadas por adelantado.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calcular variantes sin mover las piezas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bien es organizar mentalmente un árbol de variantes: por cada jugada candidata tuya, considera las respuestas más peligrosas del rival, no todas las posibles.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Verbaliza mentalmente cada jugada ("si yo juego esto, él responde esto") en vez de "ver" el tablero de forma difusa.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repasa el curso Cálculo y Visualización si quieres profundizar en esta habilidad específica.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y Táctica · Lección 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Cómo calcular variantes sin mover las piezas — Estrategia y Táctica</dc:title>
  <dc:subject>Cómo calcular variantes sin mover las piezas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