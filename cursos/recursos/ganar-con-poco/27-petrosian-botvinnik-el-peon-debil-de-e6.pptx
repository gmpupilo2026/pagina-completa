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Las partidas del libro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Petrosian – Botvinnik: el peón débil de e6</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Tigran Petrosian contra Mijaíl Botvinnik, Match por el campeonato del mundo, Moscú 1963 (5.ª partida). Una debilidad y el rey en el centro.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Petrosian – Botvinnik: el peón débil de e6</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Petrosian cambia las damas temprano: pierde el enroque, pero a cambio deja a las negras con un peón débil en e6. Sin damas, el rey ya no corre peligro y se convierte en una pieza más. Las blancas fijan los peones del flanco de dama, centralizan el rey y, cuando la posición lo pide, devuelven material para mantener sus piezas activas. Es una de las partidas más citadas para mostrar cómo una sola debilidad, bien explotada, alcanza para ganar.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Petrosian – Botvinnik: el peón débil de e6</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Recórrela jugada a jugada en el tablero (Defensa Grunfeld; ganan las blancas). En los momentos clave el visor te pide que encuentres la jugada antes de verla: todas están comprobadas con Stockfish, y en cada una la jugada de la partida es la mejor por al menos medio peón. Lo que hay que llevarse: Un peón aislado o retrasado obliga al rival a defenderlo con piezas, que dejan de hacer otra cosa. Sin damas, el rey es una pieza de ataque: el que lo lleva antes al centro suele mandar. Es mejor tener las piezas activas con el material igual que un peón de más con las piezas pasivas.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Cuando cambies damas, piensa enseguida adónde va tu rey. Fija los peones del rival antes de atacarlos: un peón fijo no puede escaparse ni cambiarse.</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