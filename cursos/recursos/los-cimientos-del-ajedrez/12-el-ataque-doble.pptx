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ataque doble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sola jugada ataca dos cosas a la vez y el rival solo puede salvar una. Es el golpe táctico más frecuente en las partidas de club.</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ataque doble es la idea táctica más sencilla y la que más partidas decide: una pieza ataca dos objetivos al mismo tiempo. Puede ser dos piezas sin defensa, una pieza y una amenaza de mate, o el rey y otra pieza. La horquilla de caballo es la más conocida, porque el caballo ataca sin ser atacado por la pieza que amenaza. Pero también hacen ataques dobles la dama, el peón, que tiene horquillas muy baratas, y hasta el rey en el 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mejores víctimas de un ataque doble son las piezas sin defensa y el rey. Antes de cada jugada, haz una lista rápida de las piezas rivales que no están protegidas: cada una es un posible objetivo. Después busca una casilla desde la que alguna de tus piezas ataque dos de ellas, o una de ellas y el rey. Las piezas rivales separadas a la distancia de un salto de caballo entre sí son una invitación a la horquilla.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 veces la casilla del ataque doble está defendida y hay que prepararla: con un jaque que lleve al rey a la casilla justa, o con un sacrificio que desvíe al defensor. El error típico del que defiende es dejar piezas sin protección «porque no pasa nada»: no pasa nada hasta que aparecen dos a la vez. La costumbre de mantener las piezas defendidas evita la mitad de los ataques dobles que sufrirías.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Antes de cada jugada de una partida rápida, nombra en voz baja las piezas rivales sin defensa. Al terminar, revisa si en algún momento dos de ellas estuvieron al alcance de una sola pieza tuya.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