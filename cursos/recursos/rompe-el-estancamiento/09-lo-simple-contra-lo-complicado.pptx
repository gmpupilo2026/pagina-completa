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Leer la posición más allá de las jugadas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 simple contra lo complicado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hay un camino claro, no hace falta el brillante. Y cuando vas peor, complicar es tu mejor defensa.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simple contra lo complicado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Muchos jugadores tienen un estilo y lo aplican siempre: los que aman las complicaciones las buscan aunque vayan ganando, y los que prefieren lo seguro simplifican aunque estén perdidos. Las dos cosas cuestan puntos. La elección entre lo simple y lo complicado no es de gusto: depende de cómo está la partida.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simple contra lo complicado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ventaja clara, lo simple gana. Cambiar piezas, quitar el contrajuego, ir a un final técnico: cada simplificación le quita al rival oportunidades de encontrar un recurso. Un ataque espectacular puede ganar más rápido, pero también puede fallar por una sola jugada que no viste. Cuando vas peor, es al revés: lo simple te lleva a una derrota tranquila, y lo complicado le pide al rival que encuentre la jugada justa varias veces seguidas.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simple contra lo complicado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que ordena la decisión es: «¿quién se beneficia si la posición se aclara?». Si eres tú, aclara. Si es el rival, mantén la tensión, evita los cambios y busca posiciones donde haya que calcular. El reloj también cuenta: con poco tiempo, el rival se equivoca más en lo complicado.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una ventaja que se escapó en complicaciones innecesarias, y una partida perdida en la que simplificaste estando peor. Escribe para cada una qué camino era el correcto y por qué.</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