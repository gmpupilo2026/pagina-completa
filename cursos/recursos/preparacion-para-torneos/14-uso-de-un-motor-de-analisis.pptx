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14 del curso Preparación para Torneos. Aprovechar el motor sin volverte dependiente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un motor de análisis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el motor sin volverte dependiente de él.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un motor de análisis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te dice QUÉ jugada era mejor, pero no necesariamente POR QUÉ.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que el motor señale un error, dedica tiempo a entender la idea detrás de su sugerencia antes de pasar a la siguiente jugada; de lo contrario, memorizas líneas sin comprenderlas.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el motor de análisis de Tablero en una partida propia y, para cada error señalado, escribe en una frase por qué ocurrió.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un motor de análisis — Preparación para Torneos</dc:title>
  <dc:subject>Uso de un motor de análisis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