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17 del curso Preparación para Torneos. Partidas a ritmo real para practicar en condiciones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Simulacro de torneo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 a ritmo real para practicar en condiciones reales.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Simulacro de torneo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 partidas sueltas de entrenamiento no reemplaza la presión real de un torneo.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simulacro (varias partidas seguidas, al ritmo real de torneo, sin pausas largas entre ellas) prepara tu resistencia mental y física de forma mucho más realista.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 un simulacro de 2 partidas seguidas al ritmo de tu próximo torneo, con el mismo descanso entre rondas que tendrás en el evento real.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Simulacro de torneo — Preparación para Torneos</dc:title>
  <dc:subject>Simulacro de torneo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