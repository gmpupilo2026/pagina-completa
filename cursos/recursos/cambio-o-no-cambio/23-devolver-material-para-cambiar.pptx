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Los cambios paradójicos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Devolver material para cambiar</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A veces conviene devolver parte de la ventaja para cambiar las piezas que todavía podían complicar.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Devolver material para cambiar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Tener más material no sirve de nada si el rival tiene un ataque o una amenaza que no puedes parar. En esos casos, devolver un peón o la calidad para cambiar las piezas peligrosas puede ser la forma más segura de ganar: tienes un poco menos, pero ya no hay nada que temer.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Devolver material para cambiar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razonamiento es frío: ¿con cuánto material de más gano el final que queda? Si la respuesta es «con menos de lo que tengo ahora», no hace falta conservar todo. Lo importante es que el final que queda se gane sin riesgo.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Devolver material para cambiar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jugadores que no saben devolver material sufren con ventaja: defienden cada peón como si fuera el último y terminan dejando que el rival cree complicaciones. Saber devolver es una forma de saber cambiar.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una partida en la que tenías material de más y sufriste, busca si había un momento en que devolver algo te llevaba a un final simple y ganado.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