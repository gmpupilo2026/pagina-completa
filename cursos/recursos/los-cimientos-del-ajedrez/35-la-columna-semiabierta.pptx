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columna semiabierta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columna sin peones tuyos pero con uno del rival es una vía de ataque directa. Aprende a presionar ese peón y a convertir la presión en ventaja.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columna semiabierta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columna es semiabierta para ti cuando no tienes peones en ella pero el rival sí tiene uno. Tus torres y tu dama pueden usarla para atacar ese peón de frente, y el rival tiene que defenderlo con piezas. Cada estructura de peones crea sus columnas semiabiertas, y suelen ser distintas para cada bando: tú atacas por una y el rival por otra. Saber cuál es la tuya y usarla antes que el rival use la suya es la mitad del plan del medio juego.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columna semiabierta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encontrarla, mira las columnas una por una y busca las que tienen un solo peón, del rival. Ese peón es el objetivo, sobre todo si no puede avanzar o si al avanzar deja una debilidad. La señal de que la presión funciona es que el rival tiene que usar cada vez más piezas para defenderlo y ya no le quedan para atacar. Si además el peón es retrasado o aislado, la columna semiabierta es todavía más fuerte.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columna semiabierta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 que se hace es doblar las torres en la columna, sumar una pieza menor que ataque el mismo peón y, si hace falta, empujar peones del flanco para crear otra debilidad, como en el ataque de minoría. El error típico es poner una torre en la columna y olvidarla ahí sin sumar nada más: una sola pieza no le gana a una defensa. Y no te olvides de la columna del rival: mientras tú presionas, él también.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 próxima partida, después de la apertura, escribe cuál es tu columna semiabierta y cuál la del rival. Intenta doblar tus torres en la tuya antes de la jugada veinticinco.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