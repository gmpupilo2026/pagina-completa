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Los cambios paradójicos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Con ventaja, a veces no se cambia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 regla de cambiar con ventaja tiene una excepción importante: cuando el cambio le quita al rival sus problemas.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Con ventaja, a veces no se cambia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Tienes ventaja y el rival te ofrece un cambio. La regla dice que lo aceptes. Pero si el rival está apretado, con piezas pasivas y sin jugadas útiles, cada cambio le da aire. Su problema era la falta de espacio para tantas piezas; si se van piezas, el problema desaparece.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Con ventaja, a veces no se cambia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 mismo pasa cuando tu ventaja es dinámica: un ataque, una iniciativa, un desarrollo mejor. Esas ventajas viven de las piezas. Si las cambias, el ataque se apaga y la iniciativa se evapora antes de convertirse en algo concreto.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Con ventaja, a veces no se cambia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pregunta para decidir es siempre la misma: ¿el cambio le quita un problema al rival o se lo agrava? Si se lo quita, busca otra jugada, aunque la regla diga lo contrario.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una partida tuya en la que el rival estaba apretado y se liberó con cambios. ¿En qué momento pudiste evitarlos?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