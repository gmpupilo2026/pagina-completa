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13 del curso Finales Prácticos. Cómo no dejar escapar una posición ganada en el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FINALES PRÁCTICOS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Dama y consolidación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Conversión de ventaja material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no dejar escapar una posición ganada en el final.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Conversión de ventaja material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más material no gana solo; hay que simplificar hacia un final conocido, evitar complicaciones innecesarias y no acelerar el ritmo por ansiedad.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las ventajas que se "escapan" en partidas de club se pierden por apresurar el final, no por falta de técnica.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tu próxima partida con ventaja de material, dedica al menos un minuto extra a cada jugada del final antes de decidir.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Finales Prácticos · Lección 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Conversión de ventaja material — Finales Prácticos</dc:title>
  <dc:subject>Conversión de ventaja material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