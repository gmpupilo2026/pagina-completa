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57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Variantes forzadas más largas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Cuando cada jugada es un jaque, una captura o una amenaza, puedes calcular lejos. Aprende a seguir una línea forzada sin perderte.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Variantes forzadas más largas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variante forzada es aquella en la que el rival tiene una o muy pocas respuestas en cada jugada: jaques, capturas que hay que devolver, amenazas de mate. Son las únicas líneas que se pueden calcular con seguridad a cinco o seis jugadas de profundidad, porque el árbol no se ramifica. Saber seguirlas hasta el final, sin perder de vista dónde queda cada pieza, es lo que separa una combinación bien jugada de una a medias.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Variantes forzadas más largas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línea es forzada si, en cada paso, puedes nombrar todas las respuestas del rival y descartar las que no sirven. Si en algún punto el rival tiene tres o cuatro jugadas razonables, la variante deja de ser forzada y hay que tratarla de otra forma. Empieza siempre por las jugadas más fuertes: jaques, capturas y amenazas, en ese orden. Son las que más reducen las opciones del rival y las que mantienen el árbol pequeño.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Variantes forzadas más largas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no perderte, haz una pausa en mitad del cálculo y visualiza la posición: qué piezas se cambiaron, dónde está cada rey, qué casillas quedaron libres. El error típico es calcular bien las jugadas propias y olvidar una respuesta intermedia del rival, sobre todo un jaque o una captura con amenaza. Otro error es parar el cálculo en una posición que parece buena sin comprobar que realmente lo es: evalúala antes de jugar la primera jugada.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Toma cinco ejercicios de combinaciones largas y, sin mover piezas, escribe la variante completa con todas las respuestas del rival. Luego compruébala en el tablero y marca dónde te equivocaste.</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