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peones débiles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peón que ningún otro peón puede defender se convierte en blanco fijo. Aprende a reconocer los aislados, retrasados y doblados, y a atacarlos con varias piezas.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peones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peón es débil cuando ningún peón propio puede defenderlo y hay que cuidarlo con piezas. Los casos clásicos son tres: el peón aislado, que no tiene peones propios en las columnas vecinas; el retrasado, que se quedó atrás de sus compañeros y no puede avanzar sin perderse; y los doblados, dos peones en la misma columna que se estorban. La debilidad no está solo en el peón: la casilla de adelante también es débil, porque ningún peón la puede controlar y una pieza rival se instala ahí sin miedo.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peones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reconocerlo en una partida, mira cada peón y pregúntate quién lo defiende si lo atacan. Si la respuesta es «solo piezas», es un peón débil. Fíjate también en si está en una columna semiabierta para ti, porque entonces tus torres lo pueden atacar de frente. Y mira la casilla de adelante: si no hay ningún peón rival que pueda echar a una pieza de ahí, tienes un buen lugar para un caballo que, además, bloquea al peón.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peones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plan es bloquear primero y atacar después. Una pieza en la casilla de adelante deja al peón quieto, y un peón quieto se ataca con calma: torres por la columna, un caballo, el rey en el final. El error típico es atacarlo con una sola pieza: el rival lo defiende con otra y no ganas nada. Hay que juntar más atacantes que defensores. Y no te apures a comerlo si eso le da actividad al rival: una debilidad fija no se escapa, y a veces vale más atarle las piezas que ganar el peón.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tres últimas partidas, marca cada peón débil que tuvieron tú y tu rival en el medio juego. Anota quién lo aprovechó y cuántas piezas lo atacaron.</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