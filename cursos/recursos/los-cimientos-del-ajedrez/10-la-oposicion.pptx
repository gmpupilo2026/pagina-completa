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LOS CIMIENTOS DEL AJEDREZ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Las primeras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oposición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Dos reyes frente a frente con una casilla en medio: quien no tiene que mover gana la pelea. La oposición decide muchos finales de peones.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oposición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reyes nunca pueden quedar pegados, así que cuando están frente a frente en la misma columna o fila, con una casilla de por medio, ninguno puede avanzar por ahí. En esa situación, el que tiene que mover está en desventaja: debe ceder el paso. Se dice que tiene la oposición el bando que acaba de mover y deja al otro con el turno. Si entre los reyes hay tres o cinco casillas, es la oposición a distancia, y funciona igual.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oposición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oposición aparece en todos los finales de rey y peón. Si tu rey está delante de tu peón y tienes la oposición, en general tu rey avanza y el peón corona. Si es el defensor quien tiene la oposición con su rey delante del peón, normalmente consigue tablas. Hay una excepción útil: cuando el rey atacante llega a la sexta fila delante de su peón, que no sea de torre, gana aunque no tenga la oposición.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oposición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usarla, cuenta las casillas entre los reyes antes de mover. Si es un número impar y te toca mover, busca una jugada que mantenga esa cuenta impar con el turno del rival. Muchas veces la jugada correcta es retroceder o ir de lado para quedar en oposición. El error típico es avanzar el rey por instinto, perder la oposición y descubrir dos jugadas después que el rey rival ya no se puede apartar.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Pon un rey y un peón contra un rey y juega la posición con un compañero, una vez de cada lado. Antes de cada jugada di en voz alta quién tiene la oposición.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Los cimientos del ajedrez · Lección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