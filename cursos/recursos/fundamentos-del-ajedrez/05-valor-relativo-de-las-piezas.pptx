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5 del curso Fundamentos del Ajedrez. Cuánto vale cada pieza y cómo comparar cambios de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Valor y coordinación de piezas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relativo de las piezas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vale cada pieza y cómo comparar cambios de material.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relativo de las piezas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 si un cambio de piezas conviene, se usa una escala aproximada: peón = 1, caballo = 3, alfil = 3, torre = 5, dama = 9.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rey no tiene valor numérico porque no se puede capturar ni cambiar.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escala es una guía, no una ley absoluta: en posiciones concretas, un caballo bien situado puede valer más que una torre mal ubicada.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 así, es la referencia que usarás en el 90% de tus decisiones de cambio de piezas como principiante.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cada cambio de piezas en tus próximas partidas, suma el valor de lo que entregas y lo que recibes.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 relativo de las piezas — Fundamentos del Ajedrez</dc:title>
  <dc:subject>Valor relativo de las piezas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