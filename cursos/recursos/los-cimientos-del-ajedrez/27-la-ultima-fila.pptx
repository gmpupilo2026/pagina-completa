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última fila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rey encerrado detrás de sus propios peones se queda sin casillas. Aprende a ver el mate del pasillo, a desviar a quien defiende la fila y a prevenirlo a tiempo.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última fila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el rey enroca y sus tres peones siguen en la segunda fila, la única defensa de la última fila son las piezas. Si una torre o la dama rival entra con jaque en esa fila y nadie puede taparla ni capturarla, es mate: el rey no tiene adónde ir, sus propios peones lo encierran. Es el mate del pasillo, uno de los más frecuentes en partidas de club, y casi siempre aparece en posiciones que parecían tranquilas, con mucho material todavía en el tablero.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última fila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señales: el rey rival sin ninguna casilla de escape, sus peones del enroque sin mover y una sola pieza encargada de cuidar la última fila. Esa pieza está sobrecargada si además tiene otra tarea. Ahí nacen las combinaciones: una entrega que la desvía, un ataque doble que la obliga a elegir, o un sacrificio en la fila que la atrae a otra casilla. Cuenta cuántas piezas tuyas pueden llegar a la última fila y cuántas del rival la cuidan; si tienes más, busca la combinación.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última fila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defenderte, la receta es simple: abrirle aire al rey con un peón (h3 o h6, según el color) cuando la posición se tranquiliza y antes de que el rival tenga piezas mayores apuntando. El error típico es hacerlo tarde, cuando ya cuesta una jugada que no tienes, o no hacerlo nunca porque «todavía no pasa nada». Y como atacante, no olvides que la amenaza de mate puede valer más que el mate mismo: muchas veces sirve para ganar una pieza que quedó sin defensa.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tus partidas perdidas del último mes y busca cuántas veces tu rey estuvo sin aire con piezas mayores del rival en el tablero. Practica jugar h3 o h6 en el momento tranquilo en las próximas.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