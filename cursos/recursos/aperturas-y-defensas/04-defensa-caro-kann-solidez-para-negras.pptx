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del curso Aperturas y Defensas. Solidez para negras sin ceder espacio innecesario.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Aperturas de peón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Caro-Kann: solidez para negras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Solidez para negras sin ceder espacio innecesario.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Caro-Kann: solidez para negras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1.e4 c6 prepara 2...d5 sin encerrar el alfil de casillas claras (a diferencia de la Francesa).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2.d4 d5 3.Cc3 (o Cd2) dxe4 4.Cxe4, negras suele desarrollar con ...Af5 antes de jugar ...e6, logrando una estructura sólida y equilibrada.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apertura preferida de jugadores que priorizan la seguridad estructural sobre el contragolpe agresivo, y ha sido usada por varios campeones mundiales como arma principal con negras.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5 partidas con negras usando esta apertura y anota en qué jugada sueles desviarte de la teoría.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Caro-Kann: solidez para negras — Aperturas y Defensas</dc:title>
  <dc:subject>Defensa Caro-Kann: solidez para negras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