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Damas y torres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torre activa no se cambia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torre activa vale más que una pasiva. Cambiarla por la pasiva del rival es devolverle la ventaja.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torre activa no se cambia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los finales de torres hay una idea que pesa más que un peón: la actividad. Una torre que ataca peones desde atrás, que corta al rey rival o que se instala en la séptima fila hace muchísimo más que una torre que solo defiende. Por eso el bando con la torre activa casi nunca quiere cambiarla, aunque el cambio parezca simplificar.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torre activa no se cambia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bando con la torre pasiva, en cambio, sí quiere cambiar: es su forma de librarse de la presión. Cuando el rival te ofrece un cambio de torres, mira cuál de las dos es la buena. Si es la tuya, busca una casilla donde siga activa y no se pueda cambiar.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torre activa no se cambia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Esta idea vale también en el medio juego con cualquier pieza: si tu pieza es claramente más activa que la que el rival te ofrece cambiar, no le hagas el favor.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un final de torres de alguna partida tuya y marca en cada momento cuál torre era la activa. ¿Hubo un cambio que le devolvió la actividad al rival?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