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937760"/>
            <a:ext cx="3840480" cy="384048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594360"/>
            <a:ext cx="1005840" cy="100584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94360"/>
            <a:ext cx="1005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A1F33"/>
                </a:solidFill>
                <a:latin typeface="Calibri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685800"/>
            <a:ext cx="9509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0B429"/>
                </a:solidFill>
                <a:latin typeface="Calibri"/>
              </a:rPr>
              <a:t>AJEDREZ INTEGRAL  ·  CAMBIAR O NO CAMBIAR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097280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9FB3C8"/>
                </a:solidFill>
                <a:latin typeface="Calibri"/>
              </a:rPr>
              <a:t>Bloque 1 · Las bases del cambio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5176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mbria"/>
              </a:rPr>
              <a:t>Que le quede su pieza mala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61772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CADCFC"/>
                </a:solidFill>
                <a:latin typeface="Calibri"/>
              </a:rPr>
              <a:t>Cuando una pieza del rival queda fuera de juego, cambia todas las demás: cuanto menos material quede, más pesa la pieza que no juega.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309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27D98"/>
                </a:solidFill>
                <a:latin typeface="Calibri"/>
              </a:rPr>
              <a:t>ajedrez-integral.com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Que le quede su pieza mala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Si el rival tiene una pieza encerrada, en la práctica juegas con una pieza de más. Pero con el tablero lleno esa ventaja se diluye: las otras piezas del rival pueden crear amenazas que te distraigan. Al cambiar las piezas que sí juegan, la pieza mala queda como lo único que le queda, y la diferencia se vuelve decisiva.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Que le quede su pieza mala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La regla tiene una contraparte: no cambies la pieza mala del rival. Si puede ofrecerte el cambio, evítalo; si la puedes dejar encerrada para siempre, mejor que quitarla del tablero.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Que le quede su pieza mala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José Raúl Capablanca lo mostró contra Winter: después de 10.Cd5, encerró el alfil blanco de h4 con …g5 y cambió el caballo, el alfil y las damas. En el final, el alfil de g3 siguió mirando una pared de peones mientras las negras abrían el flanco de dama.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175504" y="822960"/>
            <a:ext cx="1828800" cy="182880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75504" y="82296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A1F33"/>
                </a:solidFill>
                <a:latin typeface="Calibri"/>
              </a:rPr>
              <a:t>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8036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0B429"/>
                </a:solidFill>
                <a:latin typeface="Calibri"/>
              </a:rPr>
              <a:t>PARA PRACTICAR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383280"/>
            <a:ext cx="9601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Cambria"/>
              </a:rPr>
              <a:t>Busca en tus partidas una pieza rival que haya quedado encerrada. ¿Cambiaste las otras piezas para aprovecharla, o la dejaste salir?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FB3C8"/>
                </a:solidFill>
                <a:latin typeface="Calibri"/>
              </a:rPr>
              <a:t>Cambiar o no cambiar · Lección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