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Mate en dos: los candidatos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mate en dos se resuelve con orden: primero las jugadas candidatas, después todas las respuestas del rival. Aprende a no detenerte en la primera idea.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en dos: los candidatos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Resolver un mate en dos no es adivinar la jugada brillante, sino ordenar la búsqueda. Primero se hace la lista de jugadas candidatas: los jaques, las capturas y las amenazas fuertes. Pero en los problemas de mate en dos, y en muchas partidas, la jugada buena es tranquila: no da jaque ni captura, sino que crea una amenaza imparable o deja al rival en una posición donde cualquier cosa que haga permite el mate. Por eso, después de los jaques, hay que mirar también las jugadas silenciosas.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en dos: los candidatos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cada candidata, haz la segunda parte del trabajo: escribe mentalmente todas las respuestas del rival, no solo la que te gusta. Una jugada es la solución solo si contra cada respuesta tienes un mate. Las señales de que la clave es tranquila son estas: el rey rival ya casi no tiene casillas, los jaques le abren salidas y el rival tiene pocas piezas con jugadas útiles. Mira qué piezas rivales están defendiendo algo y qué pasaría si tuvieran que moverse.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Mate en dos: los candidatos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típico es encontrar un mate contra la defensa más natural y jugar sin mirar las otras. En la partida, eso se paga con una pieza sacrificada que no da mate. La disciplina es aburrida pero funciona: lista de candidatas, todas las respuestas, una refutación basta para descartar. Si un jaque no funciona porque el rey escapa, pregúntate qué jugada tranquila le quita esa casilla antes. Muchas veces esa es la solución.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Resuelve cinco problemas de mate en dos escribiendo en papel, para cada uno, tus candidatas y todas las respuestas del rival a la que elegiste. No muevas las piezas hasta tener la lista completa.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