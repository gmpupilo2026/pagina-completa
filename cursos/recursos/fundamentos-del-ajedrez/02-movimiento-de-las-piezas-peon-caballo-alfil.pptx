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2 del curso Fundamentos del Ajedrez. Cómo se mueven y capturan estas tres piezas.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FUNDAMENTOS DEL AJEDREZ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Reglas básicas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 de las piezas: peón, caballo, alfil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mueven y capturan estas tres piezas.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 de las piezas: peón, caballo, alfil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peón avanza una casilla (dos en su primer movimiento) pero solo en línea recta; captura en diagonal, una casilla hacia adelante.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retrocede.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caballo se mueve en "L": dos casillas en una dirección y una perpendicular.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única pieza que salta por encima de otras piezas, propias o rivales.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alfil se mueve en diagonal, cualquier número de casillas, y siempre permanece en casillas del mismo color en el que empezó la partida.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coloca un caballo en d4 y enumera las 8 casillas a las que puede saltar.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Ajedrez · Lección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Movimiento de las piezas: peón, caballo, alfil — Fundamentos del Ajedrez</dc:title>
  <dc:subject>Movimiento de las piezas: peón, caballo, alfil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