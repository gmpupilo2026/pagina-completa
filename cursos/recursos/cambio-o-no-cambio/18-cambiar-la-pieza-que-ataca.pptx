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Defenderse con los cambios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Cambiar la pieza que ataca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 un ataque, casi siempre hay una pieza que hace el trabajo. Si te la puedes cambiar, el ataque se apaga.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la pieza que ataca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ataque contra el rey rara vez lo hacen todas las piezas por igual. Suele haber una que es la clave: la dama que amenaza mate, el alfil que apunta al enroque, el caballo instalado cerca del rey. Si esa pieza desaparece, las demás no alcanzan.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la pieza que ataca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Defenderse cambiando esa pieza es más eficaz que tapar amenazas una por una. Busca con qué pieza tuya puedes ponerte enfrente de ella, aunque tengas que dar algo de calidad o un peón. Un ataque sin su pieza clave es un ataque que ya no asusta.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la pieza que ataca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Del lado del atacante, la lección es la contraria: tu pieza clave no se cambia. Si el rival te la ofrece, busca una casilla donde siga atacando.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los ejercicios de defensa, señala primero la pieza rival más peligrosa. Si la jugada que salva no la cambia, explica qué hace en su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