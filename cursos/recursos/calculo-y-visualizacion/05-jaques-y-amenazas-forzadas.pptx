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5 del curso Cálculo y Visualización. El orden correcto de cálculo.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Precisión en el cálculo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Jaques y amenazas forzadas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correcto de cálculo.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Jaques y amenazas forzadas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recomendada al calcular una posición táctica es: primero jaques, luego capturas, luego amenazas.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orden evita pasar por alto la jugada más forzada y, por lo tanto, la más fácil de calcular con seguridad.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10 problemas tácticos, verbaliza primero todos los jaques disponibles antes de considerar cualquier otra jugada.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Jaques y amenazas forzadas — Cálculo y Visualización</dc:title>
  <dc:subject>Jaques y amenazas forzadas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