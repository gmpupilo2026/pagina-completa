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Alfiles y caballos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alfil malo de toda la vida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alfil es malo cuando sus propios peones están fijos en casillas de su color. Contra él, cambia su alfil bueno y las damas.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alfil malo de toda la vida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alfil malo clásico es el que ve casi todo su camino tapado por sus propios peones, fijos en casillas de su color. Las casillas del otro color quedan sin defensa: nadie las puede cuidar con un alfil.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alfil malo de toda la vida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Si el rival tiene un alfil malo, el cambio que buscas es el de su alfil bueno. Sin él, las casillas del otro color quedan para tus piezas. Y si además cambias las damas, el alfil malo queda condenado a defender peones en el final.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alfil malo de toda la vida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Peter Leko lo hizo contra Vallejo: con 16.Ac5 cambió el alfil bueno de las negras, enseguida las damas, y en el final las negras quedaron con un alfil de casillas blancas que no podía hacer otra cosa que defender.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una posición tuya con alfil malo, haz la lista de las casillas del otro color cerca de tu rey y de tus peones. ¿Quién las cuida? Esa es la lista de lo que el rival va a atacar.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