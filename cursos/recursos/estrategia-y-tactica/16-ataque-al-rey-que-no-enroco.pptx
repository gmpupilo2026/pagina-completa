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16 del curso Estrategia y Táctica. Explotar la falta de seguridad del rey en el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Ataque y defensa del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al rey que no enrocó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 la falta de seguridad del rey en el centro.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al rey que no enrocó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rey que se queda en el centro (sin enrocar) es vulnerable a la apertura de columnas y diagonales centrales.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típico de ataque es abrir el centro cuanto antes, incluso a costa de material, antes de que el rival tenga tiempo de refugiarse.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2 partidas donde el bando ganador castigó un enroque retrasado por el rival.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Ataque al rey que no enrocó — Estrategia y Táctica</dc:title>
  <dc:subject>Ataque al rey que no enrocó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