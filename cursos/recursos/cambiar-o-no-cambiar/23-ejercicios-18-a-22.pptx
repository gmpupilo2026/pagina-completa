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Ejercicios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Ejercicios 18 a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Las últimas cinco posiciones, de campeones del mundo: cambiar damas para asegurar el rey, transformar una ventaja y elegir el cambio justo.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Ejercicios 18 a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últimos ejercicios son de partidas de Fischer, Karpov y Spassky, entre otros. En varios de ellos la decisión es cambiar damas o no, y en otro es renunciar a una ventaja (el peón aislado del rival) para ganar otra (su rey expuesto). Son los más difíciles del curso.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Vuelve a los ejercicios que fallaste del bloque y repítelos una semana después, sin mirar la solución.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