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zugzwang</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A veces la peor desgracia es tener que mover. Aprende a reconocer el zugzwang en los finales y a usar la oposición y la triangulación para provocarlo.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zugzwang</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Zugzwang es la situación en la que cualquier jugada empeora tu posición, y si pudieras pasar el turno estarías bien. En el medio juego casi nunca pasa, porque siempre hay alguna jugada inofensiva, pero en los finales es frecuente y decisivo. En los finales de peones es la regla: el rey que tiene que apartarse deja pasar al rival. Muchas posiciones se ganan o se pierden solo por quién tiene el turno.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zugzwang</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forma más conocida es la oposición: dos reyes en la misma columna o fila con una casilla de por medio. El bando que no tiene que mover tiene la oposición y obliga al otro a ceder el paso. Las señales del zugzwang son pocas piezas en el tablero, peones bloqueados que no pueden dar jugadas de espera y reyes enfrentados. Cuando el rival solo tiene un par de jugadas posibles, pregúntate qué pasaría si fuera su turno.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zugzwang</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provocarlo hay que perder un tiempo: una jugada de espera con un peón que todavía puede avanzar, o la triangulación, en que tu rey da una vuelta en tres jugadas a una casilla a la que el rey rival no puede llegar con el mismo número. El error típico es gastar las jugadas de peón sin necesidad, porque en el final son la reserva de tiempos que deciden el zugzwang. Antes de mover un peón en un final, pregúntate si te puede hacer falta después.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Arma un final de rey y peón contra rey con los reyes enfrentados y practica ganar la oposición. Juégalo con los dos turnos posibles y anota cuál gana y cuál es tablas.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