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3</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ROMPE EL ESTANCAMIENTO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1 · Jugar con un plan</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Sin prisa: el plan va por etapas</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El error no es el plan, es querer cumplirlo en dos jugadas. Primero se prepara, después se ejecuta.</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Sin prisa: el plan va por etapas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Un plan bueno ejecutado con prisa se vuelve un plan malo. Pasa todo el tiempo: se decide atacar y se empuja el peón de h antes de tener las piezas cerca, se decide romper en el centro y se rompe con el rey todavía en e1. La idea era correcta; el momento no.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Sin prisa: el plan va por etapas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Casi todo plan tiene dos etapas. En la primera se juntan las condiciones: las piezas llegan a sus casillas, el rey se pone a salvo, se quitan las defensas del rival. En la segunda se abre el juego. Abrir antes de tiempo le regala al rival las líneas que uno quería usar. Una buena pregunta antes de la ruptura: si el juego se abre ahora, ¿quién tiene más piezas cerca de donde va a pasar todo?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Sin prisa: el plan va por etapas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En los finales la prisa se paga todavía más caro: un peón que avanza antes de que llegue el rey suele terminar perdido, y una jugada de espera a tiempo gana partidas que el avance directo empata. Calma no es pasividad: es hacer primero lo que no se puede deshacer después.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Busca en tus partidas una ruptura de peón o un ataque que salió mal. Reconstruye la posición y cuenta cuántas piezas tenías cerca y cuántas tenía el rival. Escribe cuál habría sido la jugada de preparación que faltaba.</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Rompe el estancamiento · Lección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