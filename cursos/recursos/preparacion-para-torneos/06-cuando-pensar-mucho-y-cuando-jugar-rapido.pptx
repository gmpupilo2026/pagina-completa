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6 del curso Preparación para Torneos. Reconocer los momentos críticos de la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Gestión del reloj y decisiones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pensar mucho y cuándo jugar rápido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los momentos críticos de la partida.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pensar mucho y cuándo jugar rápido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jugadas merecen el mismo tiempo: las posiciones "forzadas" o de rutina se juegan rápido; los momentos donde cambia la naturaleza de la posición (un cambio de piezas importante, una decisión de plan) merecen tu tiempo de reflexión más largo.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en tu última partida cuál fue el único momento verdaderamente crítico y cuánto tiempo le dedicaste.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Cuándo pensar mucho y cuándo jugar rápido — Preparación para Torneos</dc:title>
  <dc:subject>Cuándo pensar mucho y cuándo jugar rápido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