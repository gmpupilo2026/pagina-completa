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CAMBIAR O NO CAMBIAR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Cambios paradójicos y técnica moderna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cambio paradójico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A veces el mejor cambio es el que contradice las reglas: dar tu mejor pieza por la peor del rival, porque esa pieza «mala» era un defensor importante.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cambio paradójico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reglas dicen que no se cambia una pieza fuerte por una débil. Pero una pieza débil para atacar puede ser fuerte para defender, y si cuida casillas o peones clave, cambiarla puede abrir toda la posición.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cambio paradójico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cambio paradójico se reconoce por sus consecuencias: después del cambio, aparecen debilidades nuevas en el campo rival o tus piezas encuentran caminos que antes estaban cerrados. No se calcula pieza por pieza, sino posición contra posición.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cambio paradójico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Fischer, contra Petrosian en 1971, dio su caballo dominante de c5 por el alfil «malo» de d7, que cuidaba las casillas de entrada. Después del cambio, las blancas tomaron la columna c y las torres negras quedaron atadas a la defensa de a6. El ejercicio 9 del curso muestra la misma idea en una partida de Oscar Panno.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Cuando una pieza del rival parezca mala pero no puedas progresar, pregúntate qué defiende. Si es algo importante, el cambio paradójico puede ser la clave.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Cambiar o no cambiar · Lección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