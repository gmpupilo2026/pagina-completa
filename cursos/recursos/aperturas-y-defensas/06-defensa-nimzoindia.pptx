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6 del curso Aperturas y Defensas. La clavada estratégica que define el medio juego.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APERTURAS Y DEFENSAS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Aperturas de peón dama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Nimzoindia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clavada estratégica que define el medio juego.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Nimzoindia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1.d4 Nf6 2.c4 e6 3.Nc3 Bb4 clava al caballo c3 y amenaza doblarle los peones a blancas si captura.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Blancas suele responder con 4.e3, 4.Qc2 o 4.Nf3, y a menudo termina aceptando peones doblados en c3 a cambio de la pareja de alfiles y un centro amplio.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de las defensas más respetadas en ajedrez de élite: enseña el principio de que una estructura de peones imperfecta puede compensarse con actividad de piezas.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repasa el artículo "Peones doblados: ¿siempre son una debilidad?" en la sección de Artículos del sitio.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y Defensas · Lección 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Defensa Nimzoindia — Aperturas y Defensas</dc:title>
  <dc:subject>Defensa Nimzoindia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