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Estrategia y Táctica. Cómo alejar a un defensor clave de su casilla.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Motivos tácticos fundamentales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Rayos X y desviaciones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alejar a un defensor clave de su casilla.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Rayos X y desviaciones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"rayo X" es un ataque a través de una pieza rival hacia otra pieza de más valor detrás, similar a una clavada vista desde el lado defensor.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desviación consiste en atacar a una pieza que cumple una función defensiva clave, obligándola a moverse y abandonar esa defensa.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5 posiciones de la Base de Problemas, identifica primero qué pieza rival cumple la función defensiva más importante antes de buscar la combinación.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Rayos X y desviaciones — Estrategia y Táctica</dc:title>
  <dc:subject>Rayos X y desviaciones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