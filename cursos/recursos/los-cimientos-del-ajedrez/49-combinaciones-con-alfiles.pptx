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49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3 · La coordinación de las piezas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Combinaciones con alfiles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alfil golpea desde lejos y por sorpresa. Aprende a ver las diagonales que llevan al rey, las clavadas y los descubiertos que solo él puede dar.</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alfil es la pieza que más se subestima en una combinación porque actúa desde el otro lado del tablero. Una diagonal larga abierta, con el alfil apuntando al enroque, puede pasar diez jugadas sin hacer nada visible y de pronto decidir la partida. Sus golpes típicos son tres: la clavada contra una pieza que no se puede mover sin perder otra más valiosa, el ataque doble a lo largo de dos diagonales y el jaque descubierto, cuando otra pieza se aparta y deja libre su línea.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Las señales son claras si las buscas: un alfil tuyo mirando hacia g7, h7, g2 o h2 aunque haya una pieza en medio; una pieza rival sin defensa en la misma diagonal que su rey o su dama; un peón del enroque que ya se movió y dejó un hueco en la diagonal. Cuando la pieza que tapa la diagonal es tuya, piensa en qué pasaría si se mueve con amenaza: ese es el descubierto. Cuando es del rival, piensa en cómo obligarla a irse.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Combinaciones con alfiles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es contar el alfil solo por las casillas que ataca ahora, sin ver las que atacaría si una pieza se moviera. Antes de cada jugada, recorre con la vista las diagonales de tus dos alfiles hasta el borde y mira qué hay detrás de cada obstáculo. Muchas combinaciones empiezan con un sacrificio que abre la diagonal, por ejemplo entregando una pieza en h7 o en g7, y solo se ven si ya sabías que el alfil estaba esperando detrás.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En tus últimas cinco partidas, busca los momentos en que un alfil tuyo o del rival apuntaba al rey a través de una sola pieza. Anota si alguien aprovechó esa línea y qué jugada la habría abierto.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49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