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La táctica que sostiene el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desviación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Si una pieza rival defiende algo importante, obligarla a irse deja eso sin defensa.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desviación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Muchas posiciones se sostienen con una sola pieza: la torre que cubre la última fila, la dama que defiende un caballo y un peón a la vez, el alfil que tapa la diagonal del rey. La desviación consiste en obligar a esa pieza a irse —con un jaque, una amenaza o un sacrificio que tiene que aceptar— para que lo que defendía quede colgando.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desviación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encontrarla, la pregunta es: ¿qué pieza del rival está trabajando de más? Una pieza que defiende dos cosas no puede defender las dos si se la ataca por una de ellas. A esa pieza hay que hacerle una oferta que no pueda rechazar.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desviación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desviación es la táctica estratégica por excelencia: casi siempre aparece cuando una posición ya está mejor y hay que convertirla.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diez posiciones de tus partidas, señala para cada pieza del rival qué está defendiendo. Las que defienden dos cosas son las candidatas a la desviación.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