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Alfiles y caballos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Alfil contra caballo: quién manda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Valen lo mismo en puntos y casi nunca lo mismo en el tablero. Lo decide la estructura de peones.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Alfil contra caballo: quién manda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alfil y el caballo valen unos tres puntos cada uno, y de ahí sale la idea de que cambiar uno por otro es indiferente. No lo es casi nunca. El alfil es una pieza de largo alcance: le gustan las posiciones abiertas, los peones en los dos flancos y las diagonales libres. El caballo es lento pero salta: le gustan las posiciones cerradas, las casillas fijas que ningún peón puede atacar y los peones de un solo flanco.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Alfil contra caballo: quién manda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Antes de cambiar un alfil por un caballo, o al revés, mira la estructura y adivina cómo va a ser la partida dentro de diez jugadas. Si se van a abrir líneas y los peones van a quedar repartidos, el alfil va a mandar. Si la posición se va a cerrar, o si hay una casilla central donde un caballo no se puede desalojar, el caballo va a ser mejor.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Alfil contra caballo: quién manda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pareja de alfiles merece un aviso aparte: dos alfiles juntos cubren casillas de los dos colores y suelen valer más que alfil y caballo. Regalarla sin necesidad, cambiando uno de tus alfiles por un caballo, es uno de los cambios que más ventaja se le escapa al jugador de club.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desde la misma posición de final dos partidas de entrenamiento: una con alfil contra caballo y peones en los dos flancos, otra con los peones en un solo flanco. Anota quién estuvo más cómodo en cada una.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