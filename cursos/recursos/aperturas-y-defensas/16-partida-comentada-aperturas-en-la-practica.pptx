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16 del curso Aperturas y Defensas. Una partida de torneo real, analizada jugada a jugada.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Cómo construir tu repertorio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Partida comentada: aperturas en la práctica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partida de torneo real, analizada jugada a jugada.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Partida comentada: aperturas en la práctica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curso: una partida completa donde ambos bandos aplican los principios de repertorio, transposición y preparación vistos en este bloque, comentada jugada a jugada desde la apertura hasta el desenlace.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paso: continúa con Estrategia y Táctica para aprender a explotar las ventajas que obtengas en la apertura.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Partida comentada: aperturas en la práctica — Aperturas y Defensas</dc:title>
  <dc:subject>Partida comentada: aperturas en la práctica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