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Las primeras herramientas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ahogado que salva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Cuando el rey no tiene jugadas legales y no está en jaque, la partida es tablas. Aprende a usarlo para salvar posiciones perdidas y a evitarlo cuando ganas.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ahogado que salva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ahogado es tablas: el bando que tiene el turno no está en jaque pero no tiene ninguna jugada legal. Para el que va perdiendo, es un salvavidas; para el que va ganando, una trampa. El recurso típico del defensor consiste en dejar su rey sin casillas y después deshacerse de las piezas que le quedan, ofreciéndolas para que el rival las capture. Si el rival acepta, se queda sin jugadas y son tablas.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ahogado que salva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señales son claras: el rey del bando inferior está encerrado, casi siempre en un borde o una esquina, y sus pocas piezas o peones están bloqueados. Si solo le queda una pieza que se mueve, una dama o una torre, puede darla en jaque una y otra vez, la famosa torre loca, porque capturarla deja ahogado al rey y no capturarla permite seguir dando jaques. El rival solo se libra si encuentra una casilla donde su rey quede a salvo de la pieza.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ahogado que salva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ganas, la defensa contra el ahogado es una costumbre: antes de cada jugada, sobre todo en el final y con dama, comprueba que el rival tiene al menos una jugada legal. El error clásico es coronar o capturar por reflejo y dejar al rey rival sin aire. Cuando pierdes, no te rindas antes de mirar si tu rey está encerrado: quizá baste con entregar lo que te queda para salvar medio punto.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cada final que juegues con ventaja, antes de cada jugada di en voz baja cuántas jugadas legales le quedan al rival. Si la respuesta es cero, busca otra jugada.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