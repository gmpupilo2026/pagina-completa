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El ataque al rey enrocado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Romper el techo: los sacrificios en g7 y h6</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Los peones del enroque son el techo del rey. A veces una pieza se entrega para romperlos y dejar al rey a la intemperie.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Romper el techo: los sacrificios en g7 y h6</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el ataque llega al enroque y el rival ya defendió lo suficiente para que ninguna jugada tranquila funcione, el último recurso es la demolición: entregar una pieza por uno de los peones que cubren al rey. Un alfil en h6, una torre o una dama en g7, un caballo que toma en h6 con jaque. Se pierde material, pero el rey queda sin techo y las piezas que quedan atacan casillas que ya nadie defiende.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Romper el techo: los sacrificios en g7 y h6</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demolición solo funciona si después del sacrificio queda algo con qué seguir. La pregunta no es «¿cuánto entrego?» sino «¿qué piezas mías llegan al rey una vez que el peón ya no está?». Si la respuesta es la dama y una torre, el sacrificio suele valer; si es una pieza sola, casi nunca.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Romper el techo: los sacrificios en g7 y h6</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Mira también la defensa más tranquila del rival: no tomar la pieza. A veces el defensor deja el alfil en h6 y se refugia, y el atacante queda con una pieza encerrada y un peón de menos. Calcula esa variante antes de entregar nada.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Toma una posición tuya de ataque al enroque y anota, para cada peón del enroque rival, qué pieza tuya podría tomarlo y qué piezas entrarían después. Así se entrena a ver la demolición antes de que el rival la impida.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