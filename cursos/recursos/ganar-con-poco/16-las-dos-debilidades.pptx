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Cambiar para ganar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Las dos debilidades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sola debilidad se defiende; dos debilidades lejos una de otra, casi nunca.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dos debilidades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Este es uno de los principios más importantes de la técnica. Si el rival tiene una sola debilidad, puede llevar todas sus piezas a defenderla, y aunque quede pasivo, aguanta. Pero si tiene dos, en lados distintos del tablero, sus piezas no alcanzan para cuidar las dos a la vez: cuando corren a defender una, cae la otra.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dos debilidades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Por eso, cuando atacas una debilidad y el rival la defiende bien, el plan no es insistir: es crear una segunda. Puede ser un peón pasado en el otro flanco, una ruptura que deje un peón aislado, o la amenaza de entrar con el rey por el otro lado. Con dos frentes abiertos, la defensa se rompe sola.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dos debilidades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forma de jugar es ir y volver: atacar una debilidad hasta que el rival la defienda con todo, pasar a la otra hasta que las piezas rivales vayan para allá, y volver a la primera. Cada viaje cuesta tiempo al rival, y en algún momento no llega.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una partida tuya donde tuviste algo de ventaja y no ganaste, busca la debilidad principal del rival. Después busca dónde podías haber creado una segunda. Escribe el plan en tres pasos.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