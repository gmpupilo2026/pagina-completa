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Fischer – Portisch: de una ventaja ligera a una decisiva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Robert Fischer contra Lajos Portisch, Estocolmo, 1962. Ir sumando ventajas.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Fischer – Portisch: de una ventaja ligera a una decisiva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Fischer muestra aquí una de sus virtudes: tomar una ventaja ligera, convertirla en clara y después en decisiva, sin saltarse ningún paso. Los cambios llevan a un final de torres en el que el rey blanco es más activo, y desde ahí todo es técnica.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Fischer – Portisch: de una ventaja ligera a una decisiva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Caro Kan; ganan las blancas). En los momentos clave el visor te pide que encuentres la jugada antes de verla: todas están comprobadas con Stockfish, y en cada una la jugada de la partida es la mejor por al menos medio peón. Lo que hay que llevarse: Una ventaja ligera no se cobra de golpe: se convierte, paso a paso, en una ventaja mayor. En el final de torres, el rey activo vale casi un peón. La torre que ataca peones desde el costado obliga al rival a defenderse con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Después de una partida ganada, marca en qué jugadas tu ventaja creció: ¿qué hiciste en cada una? En tus finales de torres, ¿tu rey estuvo más activo que el del rival?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