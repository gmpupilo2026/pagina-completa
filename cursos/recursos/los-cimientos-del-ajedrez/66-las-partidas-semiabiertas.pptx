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Las partidas semiabiertas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Cuando las negras responden a 1.e4 con algo distinto de 1…e5, la lucha se desequilibra. Aprende las ideas de la Siciliana, la Francesa y la Caro-Kann.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partidas semiabiertas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Se llaman semiabiertas las aperturas en las que las negras responden a 1.e4 con otra jugada que no es 1…e5. Las más importantes son la Siciliana, con 1…c5; la Francesa, con 1…e6; y la Caro-Kann, con 1…c6. También están la Escandinava, la Pirc y la Alekhine. En casi todas las negras renuncian a copiar el centro blanco y buscan desequilibrar: estructuras distintas, planes distintos y una lucha en la que cada bando juega en su flanco.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partidas semiabiertas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Cada una tiene una idea de fondo. En la Siciliana las negras cambian su peón c por el d blanco y se quedan con la columna c semiabierta y más peones centrales. En la Francesa nace una cadena de peones y la lucha gira en torno a las rupturas c5 y f6; el alfil de c8 suele quedar encerrado. En la Caro-Kann las negras sacan ese alfil antes de jugar e6 y buscan una estructura sólida.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partidas semiabiertas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jugar la apertura sin entender su estructura: llegar a una Francesa y no saber qué hacer con la cadena de peones, o a una Siciliana y no saber dónde atacar. Aprende primero qué estructura sale y cuál es la ruptura de cada bando; las jugadas vendrán solas. Si juegas con blancas contra estas defensas, elige un sistema simple contra cada una y aprende sus planes antes que sus variantes.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Elige una defensa semiabierta para tus negras y estudia la estructura de peones típica con tres partidas modelo comentadas. Luego juega diez partidas rápidas y revisa si aplicaste la ruptura correcta.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