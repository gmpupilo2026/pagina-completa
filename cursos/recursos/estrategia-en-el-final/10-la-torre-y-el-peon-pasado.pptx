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torre y el peón pasado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Detrás del pasado, siempre: la regla de Tarrasch y por qué funciona.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y 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torre va detrás del peón pasado. La del que empuja, para apoyarlo; la del que frena, para perseguirlo. Las dos, detrás. Es una de las pocas reglas del ajedrez que se cumple casi siempre, y la razón es geométrica: la torre que apoya desde atrás gana casillas a medida que el peón avanza, mientras que la que bloquea desde adelante las pierde.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y 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Delante del peón, la torre queda condenada a mirar la partida desde ahí: no puede moverse sin soltarlo. Esa torre está fuera del juego aunque siga en el tablero, y el rival juega con una pieza de más en el resto del tablero.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y el peón pasado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excepción vale la pena conocerla: con un peón muy avanzado y el rey defensor cerca, a veces hay que ponerse delante igual, porque no queda otra. Pero es la excepción — la regla se juega primero y se revisa después.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un final de torres con un peón pasado en la quinta fila y juégalo dos veces contra el motor: una con la torre atrás y otra con la torre adelante. La diferencia se ve en tres jugadas.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