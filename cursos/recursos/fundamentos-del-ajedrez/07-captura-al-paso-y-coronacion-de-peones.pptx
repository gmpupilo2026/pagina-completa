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7 del curso Fundamentos del Ajedrez. Las dos reglas especiales del peón que más confusión generan.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Valor y coordinación de piezas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al paso y coronación de peones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reglas especiales del peón que más confusión generan.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al paso y coronación de peones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captura al paso (en passant): si un peón rival avanza dos casillas desde su posición inicial y queda junto a uno de tus peones, puedes capturarlo como si solo hubiera avanzado una casilla, pero únicamente en la jugada inmediatamente siguiente.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coronación: cuando un peón llega a la última fila (la 8 para blancas, la 1 para negras), se convierte obligatoriamente en otra pieza —casi siempre dama, aunque también puede coronar a torre, alfil o caballo si conviene tácticamente ("subpromoción").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una posición de estudio donde la subpromoción a caballo evite un ahogado.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Captura al paso y coronación de peones — Fundamentos del Ajedrez</dc:title>
  <dc:subject>Captura al paso y coronación de peones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