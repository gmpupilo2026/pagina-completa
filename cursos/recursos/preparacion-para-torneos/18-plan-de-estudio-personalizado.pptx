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18 del curso Preparación para Torneos. Sesión final: tu hoja de ruta de estudio después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Análisis y mejora continua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estudio personalizado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final: tu hoja de ruta de estudio después del curso.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estudio personalizado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curso: con base en tu bitácora de errores y tus resultados recientes, arma un plan de estudio de 4 semanas que combine repertorio de aperturas, un curso de finales o táctica según tu debilidad principal, y al menos un torneo o simulacro de práctica.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paso: revisa tus Informes en el panel de Clases para dar seguimiento a tu progreso real.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estudio personalizado — Preparación para Torneos</dc:title>
  <dc:subject>Plan de estudio personalizado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