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del curso Aperturas y Defensas. Estructura de peones y plan típico para las negras.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Aperturas de peón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Francesa: estructura de peones y plan típico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peones y plan típico para las negras.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Francesa: estructura de peones y plan típico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e6 2.d4 d5 genera una cadena de peones blanca en e5-d4 tras 3.e5 (variante de avance).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Negras ataca la base de esa cadena con ...c5, mientras blancas ataca el flanco de rey aprovechando el espacio ganado.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alfil de casillas claras de negras suele quedar encerrado detrás de su propia cadena de peones: aprender a activarlo (con ...b6 y ...Aa6, o cambiándolo a tiempo) es la clave estratégica de toda la apertura.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en 2 partidas de la base de datos cómo cada bando activó (o no) su alfil de casillas claras.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Francesa: estructura de peones y plan típico — Aperturas y Defensas</dc:title>
  <dc:subject>Defensa Francesa: estructura de peones y plan típico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