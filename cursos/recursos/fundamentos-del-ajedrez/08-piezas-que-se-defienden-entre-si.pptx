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8 del curso Fundamentos del Ajedrez. Coordinación básica: no dejar piezas sueltas.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FUNDAMENTOS DEL AJEDREZ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Valor y coordinación de piezas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Piezas que se defienden entre sí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básica: no dejar piezas sueltas.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Piezas que se defienden entre sí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pieza "suelta" (sin ninguna pieza propia que la proteja) es un objetivo gratuito para el rival.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hábito más importante de un principiante es preguntarse, antes de cada jugada rival, qué piezas propias quedan sin protección.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coordinación básica consiste en colocar tus piezas de forma que se cubran unas a otras: un caballo detrás de un peón, una torre detrás de otra torre en la misma columna, un alfil apoyando el avance de un peón.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tu próxima partida, antes de mover, cuenta cuántas de tus piezas están sin ninguna defensa.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del Ajedrez · Lección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Piezas que se defienden entre sí — Fundamentos del Ajedrez</dc:title>
  <dc:subject>Piezas que se defienden entre sí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