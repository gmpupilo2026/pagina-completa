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Modalidades, normativa y sistemas de torneo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Uso, configuración y control del reloj de ajedrez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Controles de tiempo, incrementos y resolución de incidencias con el reloj en competencia.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Uso, configuración y control del reloj de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Tipos de reloj y sistemas de control de tiempo (incrementos, aplazamientos, tiempo Fischer).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Uso, configuración y control del reloj de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Configuración del reloj según la modalidad de juego (clásico, rápido, relámpago).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Uso, configuración y control del reloj de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Penalizaciones e incidencias relacionadas con el manejo del tiempo.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CONFIGURACIÓN DE UN RELOJ SEGÚN ESCENARIO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Con un simulador de reloj digital en línea, cada participante configura el control de tiempo correspondiente a tres escenarios: partida clásica, rápida y relámpago.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