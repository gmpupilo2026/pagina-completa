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Mate con alfil y caballo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mate más difícil de los básicos: el rey solo se puede ahogar en la esquina del color del alfil. Aprende el método por etapas para darlo antes de las 50 jugadas.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con alfil y caballo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rey, alfil y caballo contra rey solo se puede dar mate en una esquina del mismo color que las casillas del alfil: si tu alfil es de casillas claras, el mate es en a8 o h1. En las otras dos esquinas el rey defensor no se puede encerrar. Por eso el trabajo tiene dos partes: llevar al rey rival al borde del tablero y, después, empujarlo por el borde hasta la esquina buena. Hay que hacerlo antes de que se cumplan las cincuenta jugadas sin captura ni movimiento de peón.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con alfil y caballo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primera etapa se parece a los otros mates: tu rey y tus dos piezas le van quitando casillas al rey rival hasta dejarlo en un lado. El defensor siempre intentará escaparse hacia la esquina que no sirve, y ahí empieza la parte difícil. Tu rey se pone enfrente del suyo, el alfil corta una diagonal y el caballo hace un recorrido en forma de W para cubrir las casillas oscuras (o claras) que el alfil no puede tocar. Paso a paso, el rey rival se ve obligado a caminar hacia la esquina correcta.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con alfil y caballo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ir a la esquina equivocada y dar vueltas sin avanzar, o apurarse y ahogar al rival en el último paso, porque con tantas piezas cerca es fácil quitarle la última casilla. Aprende el método con calma, en el tablero, desde la posición con el rey rival en la esquina mala, y repítelo hasta que te salga sin pensar. Saberlo no gana muchas partidas, pero enseña como ningún otro ejercicio a coordinar el rey con dos piezas distintas.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Pon el rey rival en la esquina que no es del color de tu alfil y practica empujarlo a la esquina buena. Repite el ejercicio contra el motor hasta darlo en menos de cuarenta jugadas.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