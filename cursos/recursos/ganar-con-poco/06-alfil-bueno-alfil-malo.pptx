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GANAR CON POCO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Piezas buenas y piezas malas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Alfil bueno, alfil malo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alfil es bueno o malo según el color de sus propios peones, y esa diferencia decide muchos finales.</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bueno,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alfil solo camina por casillas de un color. Si tus peones están fijos en casillas de ese mismo color, el alfil tropieza con ellos: tiene poco espacio y además no puede defender las casillas del otro color, que quedan débiles. Ese es el alfil malo. El alfil bueno es el que tiene sus peones en el color contrario: se mueve libre y ataca los peones rivales que quedan en su color.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bueno,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En el medio juego, un alfil malo puede ser útil, porque defiende a sus peones. En el final la diferencia se vuelve enorme: con alfiles del mismo color, el bando del alfil bueno suele tener una ventaja pequeña pero duradera, y el rey entra por las casillas que el alfil malo no puede cuidar.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bueno, alfil malo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De ahí sale un consejo práctico: cuando tengas un solo alfil, pon tus peones en casillas del color contrario. Y cuando el rival tenga el alfil malo, fija sus peones en ese color: cada peón que lo encierra es una ventaja pequeña que ya no se va.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Busca en tus partidas un final con un alfil de cada lado. Marca en qué color tenía cada uno sus peones. ¿Ganó el del alfil bueno? Si perdiste con el alfil malo, ¿en qué jugada pusiste los peones en su color?</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Ganar con poco · Lección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