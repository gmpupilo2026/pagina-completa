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ESTRATEGIA EN EL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Técnica y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Profilaxis: quitarle el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Preguntarse qué quiere hacer el rival y jugar para impedírselo, aunque no mejore nada tuyo.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Profilaxis: quitarle el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En el final, con pocas piezas, el plan del rival suele ser uno solo: meter el rey por tal casilla, empujar tal peón, activar la torre por tal columna. Eso hace que la profilaxis sea más barata que nunca: una jugada que le quita ese único plan vale más que dos que mejoran el tuyo.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Profilaxis: quitarle el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rutina es la de Petrosian y cabe en una pregunta: si él pudiera mover dos veces seguidas, ¿qué haría? Contéstala antes de elegir tu jugada. En un final, la respuesta suele ser evidente, y quitarle esa casilla o esa columna lo deja sin nada que hacer.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Profilaxis: quitarle el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Cuidado con el exceso: profilaxis no es defender por defender. Es impedir lo único que le da contrajuego y seguir con lo tuyo. Si le quitas el plan y no tienes el propio, la partida se va a tablas igual.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próximas tres partidas, antes de cada jugada del final escribe en la planilla, en dos palabras, cuál es el plan del rival. Vas a ver que cambia lo que juegas.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Estrategia en el final · Lección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