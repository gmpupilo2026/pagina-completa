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Ritmos de juego: rápidas y relámpago (apéndices A y B)</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Ajedrez rápido: qué cambia y qué sigue igual respecto al control clásico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apéndice A: la definición de rápidas y los tres cambios de procedimiento que trae respecto a un control clásico.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Ajedrez rápido: qué cambia y qué sigue igual respecto al control clásico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Se juega a ritmo rápido cuando el control de tiempo de cada jugador es mayor a 10 minutos y menor a 60 (art. A.1) — por debajo de 10 minutos es relámpago (apéndice B), y a 60 o más es control clásico y se aplican las Leyes sin apéndice. Esta frontera decide qué reglas rigen, así que confirmarla antes de la ronda es parte del trabajo de quien arbitra, no un detalle administrativo.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Ajedrez rápido: qué cambia y qué sigue igual respecto al control clásico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cambio más importante en jugadas ilegales: en rápidas, si un árbitro está presente cerca de la mesa, se aplica el mismo artículo 7.5 del control clásico; pero sin árbitro presente en la mesa (torneos grandes, un árbitro para muchos tableros), la primera jugada ilegal detectada por el rival puede reclamarse directamente como pérdida de la partida, salvo que el rival no pueda dar mate por ninguna secuencia legal (art. A.4.2) — el mismo criterio del 6.9 y 7.5.5, aplicado con un procedimiento más rápido porque no hay tiempo de esperar al árbitro.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Ajedrez rápido: qué cambia y qué sigue igual respecto al control clásico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Desde la revisión de 2023, la sanción por primera jugada ilegal en rápidas y relámpago con árbitro presente bajó a UN minuto (antes eran dos, igual que en clásico) — es uno de los pocos números que cambian entre apéndices y conviene tenerlo fresco, porque equivocarse en el tiempo de la sanción es un error que se nota de inmediato.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Ajedrez rápido: qué cambia y qué sigue igual respecto al control clásico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No anotar la partida es la norma en rápidas cuando ninguno de los dos jugadores lo hace (a diferencia del control clásico, donde anotar es obligatorio salvo la excepción de los cinco minutos): eso significa que los reclamos de repetición o de 50 jugadas casi nunca se pueden probar en rápidas, y el reglamento lo sabe — por eso las reglas automáticas de tablas (75 jugadas, quíntuple repetición) pesan más en este ritmo que en el clásico.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Comparar, artículo por artículo, el procedimiento de jugada ilegal en control clásico (art. 7.5) contra el de rápidas sin árbitro en la mesa (art. A.4), señalando las tres diferencias exactas de tiempo y de quién puede reclamar qué.</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