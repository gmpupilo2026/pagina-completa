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1 · Las primeras herramientas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Las piezas al centro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Una pieza en el centro controla más casillas y llega antes a cualquier lado del tablero. Aprende a centralizar y a desconfiar del borde.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Las piezas al centro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centro es el cruce de caminos del tablero. Desde ahí una pieza llega rápido a cualquier flanco, ataca más casillas y puede cambiar de objetivo en una jugada. La diferencia es muy concreta con el caballo: en el centro controla ocho casillas y en una esquina solo dos. Por eso se dice que un caballo en el borde es un caballo pobre. Con la dama, el alfil y la torre pasa algo parecido: desde el centro ven más y hacen más.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Las piezas al centro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Cuando no sepas qué hacer, mira dónde está cada una de tus piezas y pregúntate cuál es la más alejada del centro o la que menos casillas controla. Esa es la candidata a mejorar. Las señales de una posición sana son piezas que miran hacia el centro, caballos en las casillas centrales o cerca de ellas y torres en las columnas centrales cuando se abren. Las señales de alarma son piezas en los bordes sin una tarea clara.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Las piezas al centro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Centralizar no es amontonar piezas en las cuatro casillas del medio. Una pieza central tiene que estar segura: si un peón rival la puede echar con una jugada, quizá no valga la pena instalarla todavía. El error típico es llevar un caballo al borde para atacar algo y dejarlo ahí cuando el ataque termina. Si una pieza tuya ya cumplió su tarea en el costado, el siguiente paso casi siempre es traerla de vuelta al centro.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una partida lenta, cada cinco jugadas busca tu pieza peor colocada, la que menos casillas controla, y haz un plan para acercarla al centro.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