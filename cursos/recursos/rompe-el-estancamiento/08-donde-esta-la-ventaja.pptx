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Los conceptos que sí sirven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¿Dónde está la ventaja?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Tener ventaja no alcanza: hay que saber en qué consiste. Según dónde esté, se juega de una forma o de otra.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¿Dónde está la ventaja?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«Estoy mejor» es una frase que se dice mucho y se entiende poco. Mejor ¿por qué? No es lo mismo ir arriba en material, tener mejor estructura, tener más espacio o tener la iniciativa. Cada ventaja pide un tratamiento distinto, y aplicar el de otra es la forma más común de dejarla escapar.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¿Dónde está la ventaja?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Con ventaja de material, conviene cambiar piezas y simplificar: cada cambio hace pesar más la pieza o el peón de más. Con ventaja de desarrollo o iniciativa, pasa lo contrario: hay que abrir y atacar ya, porque esa ventaja se gasta con el tiempo. Con ventaja estructural, se juega lento: se fijan las debilidades del rival y se las ataca con calma, porque no se van a ir a ningún lado.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¿Dónde está la ventaja?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es jugar una posición dinámica como si fuera estática: con tres piezas más desarrolladas, el jugador se dedica a mejorar un alfil, y cuando termina el rival ya se puso al día. O al revés: con un peón de más en el final, se lanza a un ataque que no hacía falta y le devuelve el juego al rival. Saber dónde está tu ventaja te dice cuánto tiempo tienes.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dos partidas en las que tuviste ventaja y no ganaste. Escribe en qué consistía la ventaja (material, desarrollo, estructura, rey) y qué hiciste con ella. Si el tratamiento no coincidía con el tipo de ventaja, ahí está el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