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IDEAS QUE GANAN PARTIDAS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4 · Los peones deciden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Finales de peones: contar antes de mover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En un final de solo reyes y peones, cada tiempo decide. Se juega contando, no adivinando.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Finales de peones: contar antes de mover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Los finales de peones son los más concretos del ajedrez: no hay piezas que compensen un error, y una sola jugada de más o de menos cambia el resultado. Por eso se juegan contando. Cuántas jugadas tarda cada peón en coronar, cuántas el rey en atraparlo, quién llega primero.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Finales de peones: contar antes de mover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Las herramientas son pocas y hay que saberlas de memoria: la regla del cuadrado para saber si el rey alcanza a un peón, la oposición para pelear casillas con el rey, el peón pasado alejado que distrae al rey rival, la ruptura de peones que crea un pasado de la nada.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Finales de peones: contar antes de mover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Antes de cambiar las últimas piezas y entrar en un final de peones, cuenta. Es la decisión más irreversible de la partida: una vez que se cambia, ya no hay vuelta atrás.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Repasa la regla del cuadrado y la oposición en un tablero vacío. Después juega desde cinco finales de peones contra la computadora, contando los tiempos antes de cada jugada.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Ideas que ganan partidas · Lección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