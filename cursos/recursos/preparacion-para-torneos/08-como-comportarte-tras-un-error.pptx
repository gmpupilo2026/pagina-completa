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8 del curso Preparación para Torneos. Recuperar el control mental después de una jugada mala.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Gestión del reloj y decisiones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comportarte tras un error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el control mental después de una jugada mala.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comportarte tras un error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daño de un error no es el error en sí, sino la cadena de errores posteriores por frustración ("tilt").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detectar un error propio, dedica 10-15 segundos a aceptar la nueva posición tal cual está, sin intentar "forzar" recuperar lo perdido de un solo golpe.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próxima vez que cometas un error claro en una partida, cronometra cuánto tiempo tardas en volver a jugar con normalidad.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comportarte tras un error — Preparación para Torneos</dc:title>
  <dc:subject>Cómo comportarte tras un error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