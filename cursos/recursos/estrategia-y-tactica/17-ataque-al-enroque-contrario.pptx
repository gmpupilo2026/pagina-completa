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17 del curso Estrategia y Táctica. Apertura de columnas y sacrificios típicos contra el enroque.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ESTRATEGIA Y TÁCTICA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Ataque y defensa del rey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Ataque al enroque contrario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de columnas y sacrificios típicos contra el enroque.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Ataque al enroque contrario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Atacar un rey ya enrocado requiere primero abrir líneas hacia él: avances de peones (g4-g5 contra el enroque corto rival), cambios de piezas defensoras clave, o sacrificios que destruyan la estructura de peones que lo protege.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 en una partida propia reciente si tu enroque tenía todos sus peones defensores intactos hacia la jugada 20.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y Táctica · Lección 17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Ataque al enroque contrario — Estrategia y Táctica</dc:title>
  <dc:subject>Ataque al enroque contrario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