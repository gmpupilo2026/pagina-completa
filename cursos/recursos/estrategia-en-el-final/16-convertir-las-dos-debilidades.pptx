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Técnica y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Convertir: las dos debilidades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Cómo se transforma una ventaja chica en punto entero, paso por paso.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Convertir: 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Con una sola debilidad, el rival se defiende y aguanta: pone la pieza que cuida y no se mueve de ahí. La técnica de conversión consiste en crear una segunda debilidad en el otro flanco, para que la defensa tenga que llegar a dos lados a la vez y no llegue a ninguno.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Convertir: 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orden importa: primero se fija la primera debilidad y se la amarra a un defensor, después se mejora todo lo mejorable —rey, torre, peones— sin apurar nada, y recién ahí se abre el segundo frente. Apurar el segundo frente antes de tiempo es lo que convierte ganados en tablas.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Convertir: las dos debilidades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la última parte de la técnica es la más difícil de aceptar: no hay que apurarse. En un final ganado, repetir dos veces la posición para ganar tiempo en el reloj y ordenar la cabeza no es perder tiempo, es parte del método.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Toma un final tuyo que terminó en tablas y busca dónde estaba la segunda debilidad que no creaste. Si no había ninguna, las tablas eran correctas: ahí la ventaja estaba antes, en el medio juego.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