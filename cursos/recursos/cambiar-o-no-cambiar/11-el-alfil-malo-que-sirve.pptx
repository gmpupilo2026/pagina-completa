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11</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CAMBIAR O NO CAMBIAR</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2 · Alfiles y caballos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El alfil malo que sirve</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Un alfil «malo» que defiende sus peones puede ser una pieza valiosa. A veces conviene quedarse con él y entregar el alfil bueno.</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alfil malo que sirve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regla del alfil malo es útil, pero tiene una trampa: el alfil «malo» es justamente el que defiende a sus peones. Si esos peones son tus debilidades, ese alfil puede ser imprescindible, y el «bueno» puede sobrar.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alfil malo que sirve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pregunta correcta no es cuál de tus alfiles es bueno, sino cuál de tus alfiles hace falta. Si el bueno se puede cambiar por algo valioso del rival, como su caballo centralizado, y el malo queda defendiendo, el cambio puede ser excelente.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El alfil malo que sirve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Jan Timman, contra Browne, entregó su alfil de casillas negras por el caballo de d4 y se quedó con el alfil de casillas blancas, el que defendía el peón de d5. Los peones blancos quedaron débiles y el final de torres resultó incómodo para las blancas.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La próxima vez que tengas que decidir entre dos alfiles, no pienses «bueno» o «malo»: escribe qué defiende cada uno y qué atacaría cada uno. Quédate con el que más trabajo tenga.</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Cambiar o no cambiar · Lección 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