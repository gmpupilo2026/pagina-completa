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pieza sin casillas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pieza que se mete en territorio rival puede quedarse sin salida. Atraparla es ganar material sin combinaciones.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pieza sin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piezas necesitan casillas. Un alfil que se mete en a7 a comer un peón, un caballo que salta a la orilla del tablero, una dama que entra a la base del rival: todos pueden quedarse sin una sola casilla segura a la que volver. Cuando eso pasa, basta con atacarlos para ganarlos.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pieza sin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cazar una pieza hay que mirar sus salidas, no solo la pieza. Cuántas casillas tiene, cuáles están atacadas, cuál se le puede quitar con un peón. A veces la jugada que la atrapa es un simple avance de peón que le corta la retirada.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pieza sin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Al revés, antes de meter una pieza en territorio rival, cuenta sus casillas de vuelta. Una pieza encerrada vale menos que el peón que fue a buscar.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busca las piezas (tuyas o del rival) que en algún momento tuvieron una sola casilla segura. Anota si alguien se dio cuenta y qué pasó después.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