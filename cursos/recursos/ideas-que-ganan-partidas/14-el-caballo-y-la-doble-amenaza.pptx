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Las piezas en su sitio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caballo y la doble amenaza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El caballo es la pieza de los tenedores: ataca en todas direcciones a la vez y nadie lo puede bloquear.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caballo y la doble amenaza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caballo tiene una forma de moverse que no se parece a ninguna otra, y eso lo hace la pieza ideal para atacar dos cosas a la vez. Desde una casilla central ataca hasta ocho casillas, y como salta, ninguna pieza puede ponerse en medio. El tenedor de caballo al rey y la dama es la primera táctica que aprende cualquier jugador, y sigue ganando partidas en todos los niveles.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caballo y la doble amenaza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Los tenedores casi nunca aparecen solos: se preparan. Se obliga a dos piezas a ponerse a un salto de caballo de una misma casilla, con un jaque o un cambio, y después el caballo cae ahí. Por eso, cuando dos piezas rivales están a distancia de caballo entre sí, conviene buscar cómo llegar a la casilla que las ataca a ambas.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caballo y la doble amenaza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caballo también rinde en casillas fuertes: una casilla avanzada, protegida por un peón y que ningún peón rival puede atacar. Desde ahí controla el juego y espera el momento de saltar.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Busca en tus partidas los momentos en que dos piezas rivales estaban a un salto de caballo de la misma casilla. Anota si podías llegar a esa casilla y en cuántas jugadas.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