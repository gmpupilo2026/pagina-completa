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Convertir la ventaja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Tener ventaja no es ganar. Aprende a transformar un peón de más o una posición mejor en una victoria sin darle oportunidades al rival.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Convertir la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Convertir una ventaja es una técnica aparte, y muchas partidas ganadas se escapan ahí. Con un peón o una calidad de más, el plan general es simplificar: cambiar piezas, sobre todo las activas del rival, porque cuanto menos material queda más pesa la diferencia. Pero simplificar no es cambiar cualquier cosa. Hay que conservar lo que da la ventaja y quitarle al rival lo que le da contrajuego, aunque eso signifique esperar unas jugadas más.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Convertir la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buscar el plan, identifica qué tipo de ventaja tienes: material, una debilidad fija del rival, más espacio, una pieza mucho mejor. Luego mira qué contrajuego tiene él: un ataque al rey, un peón pasado, una columna abierta, piezas activas. La señal de que vas bien es que cada cambio reduce sus opciones sin reducir las tuyas. La señal de alarma es que tus piezas se quedan pasivas defendiendo lo que ganaste.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Convertir la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orden de trabajo suele ser: primero frenar todo el contrajuego, después mejorar las piezas sin prisa y solo entonces abrir un segundo frente o empujar el peón de más. El error típico es la prisa, querer ganar en tres jugadas y abrir la posición cuando el rival todavía tiene piezas activas. Otro error es relajarse y jugar sin amenazas: el rival se reorganiza y la ventaja se va diluyendo hasta desaparecer.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una posición con un peón de más, de una partida tuya o de un ejercicio, y juégala contra el motor a nivel medio. Antes de cada cambio, di en voz alta qué ventaja conservas y qué contrajuego eliminas.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