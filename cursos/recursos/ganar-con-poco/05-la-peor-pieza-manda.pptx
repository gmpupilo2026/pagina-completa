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GANAR CON POCO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2 · Piezas buenas y piezas malas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La peor pieza manda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Mejorar tu peor pieza es casi siempre un buen plan, y empeorar la del rival, también.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 peor pieza manda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Cuando no sabes qué jugar en una posición tranquila, hay un plan que casi nunca falla: busca tu peor pieza y llévala a una casilla mejor. Puede tardar tres o cuatro jugadas, y no importa: una pieza que pasa de no hacer nada a participar cambia el equilibrio de toda la posición.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 peor pieza manda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Lo mismo vale al revés. Si una pieza rival está mal, tu plan puede ser que siga mal: cerrarle la diagonal, quitarle la casilla a la que quería ir, cambiar la pieza que podría liberarla. Muchas partidas de los grandes jugadores posicionales se ganan así: una pieza rival queda fuera de juego desde la jugada 15 y nunca vuelve.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 peor pieza manda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Ojo con la tentación de cambiar la pieza mala del rival: si la cambias, le haces un favor. Una pieza mala se deja en el tablero; la que se cambia es la buena del rival, la que defiende o la que podría venir a ayudar.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Toma una posición tranquila de una partida tuya y escribe un plan de tres jugadas solo para mejorar tu peor pieza. Después compáralo con lo que jugaste. ¿Mejoró esa pieza en algún momento?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Ganar con poco · Lección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