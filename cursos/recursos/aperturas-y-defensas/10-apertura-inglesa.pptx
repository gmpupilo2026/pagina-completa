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Lección 10 del curso Aperturas y Defensas. Control del centro a distancia desde el flanco de dama.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33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 INTEGRAL  ·  APERTURAS Y DEFENSAS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Aperturas semiabiertas y de flanco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Apertura Inglesa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del centro a distancia desde el flanco de dama.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ajedrez-integral.com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E9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CLAVE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Apertura Inglesa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297680"/>
          </a:xfrm>
          <a:prstGeom prst="rect">
            <a:avLst>
              <a:gd name="adj" fmla="val 2553"/>
            </a:avLst>
          </a:prstGeom>
          <a:solidFill>
            <a:srgbClr val="F0F4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1.c4 controla d5 sin ocupar el centro con un peón central.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apertura muy flexible que puede transponer a estructuras de Gambito de Dama, India de Rey o incluso Siciliana con colores invertidos, según cómo respondan las negras.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PRACTICAR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 a qué otra apertura del temario transpone 1.c4 e5 2.Nc3 Nf6.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Aperturas y Defensas · Lección 10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Ajedrez Integral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Apertura Inglesa — Aperturas y Defensas</dc:title>
  <dc:subject>Apertura Inglesa</dc:subject>
  <dc:creator>Ajedrez Integral</dc:creator>
  <cp:lastModifiedBy>Ajedrez Integral</cp:lastModifiedBy>
  <cp:revision>1</cp:revision>
  <dcterms:created xsi:type="dcterms:W3CDTF">2026-09-10T06:21:03Z</dcterms:created>
  <dcterms:modified xsi:type="dcterms:W3CDTF">2026-09-10T06:21:03Z</dcterms:modified>
</cp:coreProperties>
</file>