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Ejercicios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Ejercicios 1 a 6</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Seis posiciones de partidas de grandes maestros donde hay que decidir un cambio. No están ordenadas por tema: en la partida nadie avisa qué buscar.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Ejercicios 1 a 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ejercicios de este bloque son posiciones reales de partidas entre grandes maestros, tomadas del libro «El cambio de piezas» del Maestro Internacional Diego Valerga. No están ordenados por tema ni por dificultad, para que no sepas de antemano qué regla se aplica.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Ejercicios 1 a 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cada uno, antes de mover nada, contesta tres preguntas: qué piezas quedarían después del cambio, a quién le conviene esa posición y por qué. Recién después mira la solución y la línea de la partida. Cada solución dice también qué opina el motor Stockfish, porque en varias de estas posiciones el motor de hoy no está del todo de acuerdo con lo que se jugó.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Escribe tu respuesta a cada ejercicio, con la jugada y una frase de por qué, antes de ver la solución. Al final cuenta cuántas acertaste y en cuáles fallaste la idea aunque acertaras la jugada.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