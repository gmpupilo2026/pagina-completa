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ESTRATEGIA EN EL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1 · El rey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Incursiones y refugio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Meter el rey por donde no lo esperan, y hacerle una casa antes de que aparezcan los jaques.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Incursiones y refugio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Una incursión es el rey entrando en campo rival por una puerta que quedó abierta: casillas de un color que el alfil contrario no controla, columnas donde ya no hay peones, el hueco que dejó un avance. Un rey que entra a la sexta o séptima fila suele valer más que un peón de ventaja, porque ataca todo a la vez y nadie lo puede echar.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Incursiones y refugio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otro lado de la misma moneda es el refugio. Antes de que el final se complique, conviene gastar una jugada en darle al rey una casilla segura — mover un peón para que no haya jaque perpetuo, dejar un hueco para no morir en el pasillo. Es la jugada que nunca parece urgente y siempre se extraña después.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Incursiones y refugio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Las dos ideas se deciden con la misma pregunta: ¿por dónde entra el rey, el mío o el suyo? Contéstala antes de empezar a cambiar piezas, porque los cambios abren y cierran esas puertas.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tres últimas partidas con final de torres, busca la casilla por la que el rey rival podía haber entrado. Si no había ninguna, busca la que tú dejaste abierta.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Estrategia en el final · Lección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