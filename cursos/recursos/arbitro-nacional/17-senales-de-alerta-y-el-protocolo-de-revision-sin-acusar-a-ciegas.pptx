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17</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ÁRBITRO NACIONAL</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9 · Antitrampas: cuándo sospechar y qué hacer</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Señales de alerta y el protocolo de revisión, sin acusar a ciegas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El reglamento antitrampa de la FIDE (ACC) desde el lado del árbitro de sala: qué observar, qué no se puede hacer solo con sospechas.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Señales de alerta y el protocolo de revisión, sin acusar a ciegas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reglamento antitrampa de la FIDE (Anti-Cheating Guidelines, ACC) no reemplaza al artículo 11.3 sobre dispositivos electrónicos: lo complementa con un protocolo para cuando la sospecha no es "un celular sonó" sino un patrón de juego que preocupa (visitas frecuentes al baño, jugadas de una precisión inusual para el nivel del jugador, comportamiento nervioso repetido). Ninguna de esas señales, por sí sola, es prueba de nada.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Señales de alerta y el protocolo de revisión, sin acusar a ciegas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protocolo espera que quien arbitra documente lo observado (horarios, frecuencia, qué se vio) y lo escale a la organización o al comité correspondiente, en vez de acusar directamente en la mesa o revisar el teléfono de un jugador sin autorización del reglamento del torneo — hacerlo mal puede ser tan grave como no hacer nada, porque una acusación infundada también daña al torneo y a la persona.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Señales de alerta y el protocolo de revisión, sin acusar a ciegas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Los detectores de dispositivos electrónicos (arcos o varitas, cuando el torneo los usa) son una herramienta más, no la única: el reglamento sigue esperando atención humana a la sala, porque un dispositivo pequeño o una ayuda que no es electrónica (una señal acordada con alguien en la grada, por ejemplo) no la detecta ningún arco.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Señales de alerta y el protocolo de revisión, sin acusar a ciegas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proporcionalidad vuelve a aparecer acá, igual que en el artículo 12.9: la respuesta a una sospecha razonable es investigar con el protocolo correspondiente, no suspender la partida de entrada ni, en el otro extremo, ignorarla porque "no se puede probar nada todavía".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Redactar el procedimiento paso a paso que seguiría quien arbitra ante un jugador que sale al baño después de cada jugada del rival durante 15 jugadas seguidas, jugando con una precisión muy superior a su nivel habitual: qué se documenta, a quién se avisa, y qué NO se puede hacer sin autorización expresa del reglamento del torneo.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Árbitro Nacional · Lección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