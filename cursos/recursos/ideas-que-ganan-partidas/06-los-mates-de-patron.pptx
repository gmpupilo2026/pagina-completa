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El ataque al rey enrocado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Los mates de patrón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Hay mates que se repiten con el mismo dibujo: el ahogado, el árabe, el de Anastasia, el del pasillo. Conocerlos de vista ahorra cálculo.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Los mates de patrón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Muchos ataques terminan siempre igual. El caballo que da mate a un rey rodeado por sus propias piezas (el mate ahogado), la torre y el caballo que encierran al rey en la esquina (el árabe), la torre y el caballo contra el rey en la columna h (el de Anastasia), los dos alfiles cruzados (el de Boden). Son dibujos: una vez que se aprenden, se reconocen en la posición antes de calcular nada.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Los mates de patrón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Esa es su utilidad práctica. Quien conoce los patrones no busca el mate jugada por jugada: ve que la posición se parece a uno de ellos y busca solo cómo llegar. El cálculo se vuelve corto y seguro, porque se sabe adónde 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Los mates de patrón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aprenderlos sirve más repetir que leer. Arma cada mate en un tablero vacío, con las piezas mínimas, y después búscalo en posiciones con más piezas. El día que aparezca en una partida tuya, lo vas a 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Arma en un tablero vacío cinco mates de patrón con las piezas mínimas: ahogado, árabe, Anastasia, Boden y el de la última fila. Después resuelve diez ejercicios de mate y nombra el patrón de cada uno.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