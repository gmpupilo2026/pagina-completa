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12 del curso Fundamentos del Ajedrez. Partida guiada paso a paso usando todo el temario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Primeros principios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final: aplica lo aprendido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 guiada paso a paso usando todo el temario del curso.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final: aplica lo aprendido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lección cierra el curso con una partida completa comentada, jugada por un principiante ficticio que aplica cada principio visto: notación, valor de piezas, enroque temprano, los tres principios de apertura y una técnica de mate básica para cerrar la partida.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partida jugada por jugada en el tablero de Tablero del sitio, deteniéndote a predecir la siguiente jugada antes de verla.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cuando termines este curso, continúa con Aperturas y Defensas para construir tu repertorio.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Partida final: aplica lo aprendido — Fundamentos del Ajedrez</dc:title>
  <dc:subject>Partida final: aplica lo aprendido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