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El reloj y el control del tiempo (art. 6)</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caída de la bandera: qué comprobar antes de decidir un reclamo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6.9 y el orden exacto en que se comprueba un reclamo de tiempo, para no decidir con el reloj solo.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caída de la bandera: qué comprobar antes de decidir un reclamo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Si a un jugador se le acaba el tiempo ("cae la bandera"), la partida termina en pérdida para ese jugador — salvo que el rival no tenga material suficiente para dar jaque mate con ninguna secuencia de jugadas legales, en cuyo caso son tablas (art. 6.9). Por eso lo primero que comprueba quien arbitra ante un reclamo de bandera NO es el reloj: es si el material del rival alcanza para 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caída de la bandera: qué comprobar antes de decidir un reclamo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"Material insuficiente para mate" no es lo mismo que "posición muerta" del artículo 5: rey y dos caballos contra rey solo, por ejemplo, en general no puede forzar mate contra cualquier defensa, pero la posición no es muerta porque SÍ existe alguna secuencia (aunque el rival colabore) que termine en mate. El artículo 6.9 pide la prueba más estricta: ninguna secuencia de jugadas legales, sin importar cuán improbable, da mate.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caída de la bandera: qué comprobar antes de decidir un reclamo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partidas sin árbitro junto al tablero (controles rápidos con reloj electrónico que marca la bandera solo), el reclamo lo hace un jugador señalando el reloj del rival; quien arbitra llega, comprueba el reloj y el material, y decide — no puede haber estado "vigilando" los 64 tableros a la vez, y el reglamento lo asume así.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caída de la bandera: qué comprobar antes de decidir un reclamo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apéndice A (rápidas) y B (relámpago) cambian este procedimiento: en relámpago, con árbitro presente en la mesa, no hace falta reclamo — quien arbitra falla directamente; sin árbitro, se aplica un procedimiento distinto que se ve en el bloque de ritmos de juego.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Armar cinco posiciones con distinto material (incluida al menos una con rey y dos caballos, y otra con un solo peón bloqueado) y decidir para cada una si, ante una caída de bandera de las negras, corresponde victoria de blancas o tablas por insuficiencia de mate, citando el artículo 6.9 en cada respuesta.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