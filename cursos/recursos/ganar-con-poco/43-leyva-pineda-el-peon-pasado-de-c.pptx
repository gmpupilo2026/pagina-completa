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Leyva – Pineda: el peón pasado de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Héctor Leyva contra B. Pineda, San Salvador, 2000. Un peón pasado y el alfil.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Leyva – Pineda: el peón pasado de 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partida del propio Héctor Leyva, autor del libro de donde salen estas partidas. Las blancas tienen más espacio en el flanco de dama y un peón pasado en la columna c; su alfil acompaña el avance y la torre entra a la séptima. Cuando el peón llega, la ventaja es decisiva.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Leyva – Pineda: el peón pasado de 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Eslava; ganan las blancas). En los momentos clave el visor te pide que encuentres la jugada antes de verla: todas están comprobadas con Stockfish, y en cada una la jugada de la partida es la mejor por al menos medio peón. Lo que hay que llevarse: Un peón pasado apoyado por una torre en la séptima fila es muy difícil de frenar. Un alfil que ataca a la pieza que frena el peón le abre el camino. En la técnica, cada jugada prepara la siguiente.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tengas un peón pasado, mira qué pieza rival lo frena y cómo puedes atacarla. Pon tu torre detrás o al costado del peón pasado, no delante.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