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937760"/>
            <a:ext cx="3840480" cy="384048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594360"/>
            <a:ext cx="1005840" cy="100584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94360"/>
            <a:ext cx="1005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A1F33"/>
                </a:solidFill>
                <a:latin typeface="Calibri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685800"/>
            <a:ext cx="9509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0B429"/>
                </a:solidFill>
                <a:latin typeface="Calibri"/>
              </a:rPr>
              <a:t>AJEDREZ INTEGRAL  ·  ¿CAMBIO O NO CAMBIO?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097280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9FB3C8"/>
                </a:solidFill>
                <a:latin typeface="Calibri"/>
              </a:rPr>
              <a:t>Bloque 3 · Damas y torres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5176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mbria"/>
              </a:rPr>
              <a:t>Cambiar las damas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61772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CADCFC"/>
                </a:solidFill>
                <a:latin typeface="Calibri"/>
              </a:rPr>
              <a:t>El cambio de damas cambia la partida entera: se acaban los ataques al rey y empieza otra pelea.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309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27D98"/>
                </a:solidFill>
                <a:latin typeface="Calibri"/>
              </a:rPr>
              <a:t>ajedrez-integral.com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Cambiar las damas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Ningún cambio transforma tanto una partida como el de damas. Con damas, el rey tiene que estar seguro y las amenazas pueden venir de cualquier lado. Sin damas, el rey se vuelve una pieza activa, los ataques directos casi desaparecen y lo que cuenta es la estructura de peones, las piezas activas y el final que se viene.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Cambiar las damas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Te conviene cambiar damas cuando tu rey está más expuesto que el del rival, cuando tienes ventaja de material o una mejor estructura, o cuando la dama rival es más activa que la tuya. No te conviene cuando tu ataque depende de ella, cuando el final que queda es peor para ti o cuando el rival es el que está expuesto.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Cambiar las damas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Muchas veces el cambio de damas se ofrece con una amenaza: la dama se pone enfrente de la rival en una casilla donde, si no se cambia, algo cae. Y muchas otras el rival lo ofrece para quitarte la iniciativa: ahí la pregunta es si puedes esquivarlo sin perder tiempo.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175504" y="822960"/>
            <a:ext cx="1828800" cy="182880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75504" y="82296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A1F33"/>
                </a:solidFill>
                <a:latin typeface="Calibri"/>
              </a:rPr>
              <a:t>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88036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0B429"/>
                </a:solidFill>
                <a:latin typeface="Calibri"/>
              </a:rPr>
              <a:t>PARA PRACTICAR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383280"/>
            <a:ext cx="9601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Cambria"/>
              </a:rPr>
              <a:t>Durante una semana, cada vez que en tus partidas se cambien las damas, anota quién lo propuso y si esa persona terminó mejor o peor. Vas a descubrir si cambias damas por convicción o por costumbre.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FB3C8"/>
                </a:solidFill>
                <a:latin typeface="Calibri"/>
              </a:rPr>
              <a:t>¿Cambio o no cambio? · Lección 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