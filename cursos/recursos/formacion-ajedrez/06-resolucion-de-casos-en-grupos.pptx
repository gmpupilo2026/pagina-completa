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FORMACIÓN AJEDREZ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3 · Integración práctica y cierre presencial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Cambria"/>
              </a:rPr>
              <a:t>Resolución de casos en grupos y experiencias regionales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Casos integradores de arbitraje y elementos logísticos de un torneo estudiantil.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CONTENIDO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A1F33"/>
                </a:solidFill>
                <a:latin typeface="Cambria"/>
              </a:rPr>
              <a:t>Resolución de casos en grupos y experiencias regionales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Integración de los contenidos de las sesiones I a V en casos complejos e integradores.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CONTENIDO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A1F33"/>
                </a:solidFill>
                <a:latin typeface="Cambria"/>
              </a:rPr>
              <a:t>Resolución de casos en grupos y experiencias regionales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Elementos logísticos de un torneo: inscripción, espacios, materiales y personal de apoyo.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CONTENIDO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A1F33"/>
                </a:solidFill>
                <a:latin typeface="Cambria"/>
              </a:rPr>
              <a:t>Resolución de casos en grupos y experiencias regionales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Estrategias de fortalecimiento del desempeño como persona asesora y árbitra.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PRÁCTICA — RESOLUCIÓN GRUPAL DE CASOS INTEGRADORES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Cambria"/>
              </a:rPr>
              <a:t>En grupos, se analiza un caso integrador que combina reglas de competición, desempates y logística, y se presenta la solución fundamentada.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Formación Ajedrez · Sesión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