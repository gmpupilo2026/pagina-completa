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Las partidas del libro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Kaspárov – X3D Fritz: espacio y una casilla débil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Garri Kaspárov contra X3D Fritz, Match hombre contra máquina, 2003. Ganar espacio y crear una casilla débil.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Kaspárov – X3D Fritz: espacio y una casilla débil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Kaspárov, conocido por su ajedrez de ataque, juega aquí una partida de pura estrategia. Cierra el centro temprano, gana espacio en el flanco de dama con sus peones y después entrega un peón para conseguir una casilla débil en el campo negro y debilitar el peón de c6. La máquina no encuentra nada que hacer y la ventaja crece sin un solo golpe táctico.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Kaspárov – X3D Fritz: espacio y una casilla débil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Recórrela jugada a jugada en el tablero (Defensa Eslava; ganan las blancas). Esta partida no tiene momentos para adivinar la jugada: ninguna jugada blanca es la mejor por más de medio peón, porque la ventaja se construye con muchas jugadas buenas y ninguna única. Por eso es tan instructiva. Lo que hay que llevarse: El espacio ganado con peones encierra a las piezas rivales. A veces se entrega un peón para conseguir una casilla débil permanente. Contra un rival que calcula muy bien, conviene cerrar la posición.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Si tienes más espacio en un flanco, no cambies piezas: deja que las del rival se estorben. Busca casillas en el campo rival que ningún peón pueda defender.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