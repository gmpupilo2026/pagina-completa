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Reglamento y reglas de competición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Reglas de competición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Conducta durante la partida, uso de dispositivos electrónicos, reclamos e incidencias frecuentes.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Reglas de competición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Conducta durante la partida, uso de dispositivos electrónicos y anotación obligatoria.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Reglas de competición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Faltas, sanciones y procedimiento ante reclamos de las personas jugadoras.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Reglas de competición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Gestión de incidencias durante la partida (piezas mal colocadas, toques de pieza, incidencias con el reloj).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SIMULACIÓN DE RECLAMOS EN SALAS DE TRABAJO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En subgrupos, cada participante asume el rol de árbitro ante un reclamo distinto y debe resolverlo aplicando el procedimiento correcto.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