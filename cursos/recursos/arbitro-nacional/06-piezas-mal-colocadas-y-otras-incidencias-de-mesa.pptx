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6</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ÁRBITRO NACIONAL</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3 · Irregularidades: jugadas ilegales y posiciones incorrectas (art. 7)</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Piezas mal colocadas y otras incidencias de mesa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Las incidencias más frecuentes fuera del artículo 7.5: mesa mal armada, pieza caída, toque accidental.</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Piezas mal colocadas y otras incidencias de mesa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Si se descubre que el tablero estaba mal orientado o el juego mal colocado, se restablece la posición correcta manteniendo el número de jugadas y el tiempo consumido — salvo que eso resulte imposible de reconstruir, caso en que se decide con el criterio más razonable disponible. La regla general del artículo 7 es siempre la misma: conservar lo que sí se puede reconstruir (tiempo, número de jugada) y solo corregir lo que estaba mal.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Piezas mal colocadas y otras incidencias de mesa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Una pieza que se cae o se mueve sin intención de jugarla (al ajustar el tablero, por ejemplo) no es una jugada: se vuelve a colocar en su casilla y sigue el juego. La diferencia con "pieza tocada, pieza jugada" está en la intención — de ahí que "compongo" tenga que avisarse antes, no después de que ya se movió algo por accidente.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Piezas mal colocadas y otras incidencias de mesa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Cuando dos jugadores no se ponen de acuerdo sobre qué pasó (uno dice que tocó la torre para enrocar, el otro que ya había tocado el rey antes), quien arbitra decide con lo que puede observar y lo que digan testigos cercanos o, cada vez más, con la grabación del torneo si existe — pero la decisión es del árbitro, nunca un promedio entre las dos versiones.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Piezas mal colocadas y otras incidencias de mesa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Estas incidencias, aunque parezcan menores, son las que más tiempo de sala ocupan en un torneo escolar o nacional: se resuelven rápido cuando quien arbitra tiene el procedimiento memorizado y despacio (y con reclamos después) cuando hay que buscarlo en el reglamento en el momento.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Simular tres incidencias de mesa distintas (tablero mal orientado detectado en la jugada 15, una pieza caída que el rival interpreta como jugada, y un desacuerdo sobre qué pieza se tocó primero) y resolver cada una en voz alta, cronometrando cuánto tarda la decisión.</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Árbitro Nacional · Lección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