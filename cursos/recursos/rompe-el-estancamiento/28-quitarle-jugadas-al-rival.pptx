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Pensar también por el rival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Quitarle jugadas al rival</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 veces lo más fuerte es no hacer nada nuevo: dejar al rival sin jugadas útiles y que cada movimiento suyo empeore su posición.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Quitarle jugadas al rival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profilaxis llevada al extremo es el zugzwang: una posición en la que cualquier jugada del rival empeora su situación. No es solo un tema de finales de peones; en el medio juego también existen posiciones donde el rival no tiene un plan útil, y lo mejor es quitarle las pocas jugadas buenas que le quedan antes de pasar a la acción.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Quitarle jugadas al rival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Quien piensa solo en sus propias jugadas no aprovecha esas posiciones. Busca una acción inmediata, abre el juego antes de tiempo y le devuelve al rival lo que no tenía: algo que hacer. En cambio, una jugada de espera bien elegida, o una que bloquea la última ruptura del rival, lo deja sin recursos.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Quitarle jugadas al rival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reconocer estas posiciones, mira la lista de jugadas útiles del rival. Si es corta, pregúntate si puedes quitarle esas pocas. Si lo logras, la partida suele ganarse sola, porque el rival tendrá que mover algo que no quería mover.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desde el Entrenamiento de finales diez posiciones de rey y peones con la idea de zugzwang. En cada una, antes de mover, escribe qué jugadas útiles tiene el rival y cuál de las tuyas se las quita.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