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5</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LOS CIMIENTOS DEL AJEDREZ</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1 · Las primeras herramientas</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El jaque doble</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Dos piezas dan jaque a la vez y la única defensa es mover el rey. Aprende de dónde sale y por qué es tan devastador.</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El jaque doble</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Un jaque doble ocurre cuando dos piezas dan jaque al mismo tiempo. Casi siempre nace de un ataque a la descubierta: una pieza se mueve, da jaque ella misma y además destapa el jaque de la pieza que tenía detrás. Contra un jaque simple hay tres defensas: mover el rey, capturar la pieza que da jaque o interponer algo. Contra un jaque doble solo sirve la primera, porque no se pueden capturar ni tapar dos piezas en una sola jugada.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El jaque doble</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 señal que hay que buscar es una pieza tuya de largo alcance, como una torre, un alfil o la dama, que apunta al rey rival con una pieza propia en medio. Esa pieza del medio es un cañón cargado. Pregúntate a qué casilla puede ir para dar jaque también ella. Si el rey rival además tiene pocas casillas, el jaque doble muchas veces termina en mate, porque el rey no tiene adónde ir y no hay otra defensa.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El jaque doble</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El jaque doble permite cosas que parecen imposibles: la pieza que se mueve puede ir a una casilla atacada, incluso defendida varias veces, porque el rival no tiene tiempo de capturarla. Por eso conviene revisarlo incluso cuando la jugada parece entregar material. El error de quien defiende es dejar su rey en la misma línea que una pieza rival de largo alcance, con solo una pieza enemiga en medio: es una bomba que espera.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Cada vez que en una partida tengas una pieza tuya entre una pieza de largo alcance propia y el rey rival, detente y revisa todas las casillas donde esa pieza puede dar jaque.</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Los cimientos del ajedrez · Lección 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