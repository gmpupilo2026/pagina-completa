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33</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GANAR CON POCO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7 · Las partidas del libro</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Spassky – Petrosian: los peones de d5 y e5</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Borís Spassky contra Tigran Petrosian, Match por el campeonato del mundo, Moscú 1966 (19.ª partida). Presión constante sobre peones fijos.</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Spassky – Petrosian: los peones de d5 y e5</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Petrosian propone cambiar las damas, y Spassky lo aprovecha: sin damas, empieza una presión lenta y constante sobre los peones negros del centro. Cada cambio de piezas deja a las negras un poco más pasivas, hasta que la defensa no alcanza.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Spassky – Petrosian: los peones de d5 y e5</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Recórrela jugada a jugada en el tablero (Defensa Francesa; ganan las blancas). En los momentos clave el visor te pide que encuentres la jugada antes de verla: todas están comprobadas con Stockfish, y en cada una la jugada de la partida es la mejor por al menos medio peón. Lo que hay que llevarse: Un cambio de piezas mal elegido puede dejar las piezas propias pasivas para el resto de la partida. Un peón fijo en el centro es un blanco que no se puede mover. En el final, la presión sostenida pesa más que un golpe.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Antes de proponer un cambio de damas, imagina qué piezas quedan y cuáles serán pasivas. Cuando ataques un peón fijo, suma atacantes uno por uno, sin apuro.</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Ganar con poco · Lección 33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