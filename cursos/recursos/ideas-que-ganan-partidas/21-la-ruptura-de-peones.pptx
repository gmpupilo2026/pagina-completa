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ruptura de peones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Las posiciones cerradas se abren con un golpe de peón. Elegir cuál y cuándo es buena parte del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ruptura de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el medio juego, los peones fijan el carácter de la posición: con el centro cerrado, las piezas maniobran detrás de ellos; con el centro abierto, el juego es directo. La ruptura es el avance de peón que cambia eso: abre una columna, rompe una cadena, ataca la base de la estructura rival.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ruptura de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Cada estructura tiene sus rupturas típicas. En las posiciones de la Francesa se rompe con c5 y f6; en las de la India de rey, con f5 por un lado y c5 por el otro; contra un peón aislado se presiona hasta que no pueda avanzar. Conocer las rupturas de las estructuras que juegas es conocer los planes de esas aperturas.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ruptura de peones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Antes de romper, prepara: las piezas tienen que estar listas para aprovechar las líneas que se abren. Una ruptura prematura abre el juego para el rival.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Elige la estructura de peones más frecuente en tus partidas con blancas y otra con negras. Para cada una, escribe sus dos rupturas típicas y busca en tus partidas si las jugaste en el momento justo.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