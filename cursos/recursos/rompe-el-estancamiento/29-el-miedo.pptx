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ROMPE EL ESTANCAMIENTO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7 · La cabeza en la partida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El miedo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Ver fantasmas, no atreverse con la jugada buena, ofrecer tablas en una posición mejor: el miedo también se juega.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miedo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miedo en ajedrez casi nunca se nota como miedo. Se nota como prudencia: «mejor no arriesgar», «esta jugada es más segura», «no me voy a meter en eso». Y así se dejan pasar sacrificios correctos, ataques que estaban maduros y finales ganados que se aceptan como tablas. El rival, sobre todo si tiene más Elo, suele recibir más respeto del que merece su posición.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miedo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Una señal clara es ver amenazas que no existen: se calcula una línea, aparece una defensa «posible» del rival, y sin comprobarla se descarta todo. Otra señal es preferir siempre la jugada que conserva el material, aunque la que lo entrega gane. El miedo no elige por la posición: elige por lo que podría salir mal.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miedo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Lo que ayuda es separar la decisión del resultado. Si el cálculo dice que la jugada es buena y no encuentras la refutación, hazla. A veces saldrá mal, y será una buena lección; muchas más veces saldrá bien, y la siguiente decisión valiente costará menos. Contra un rival de más nivel, juega la posición, no el Elo.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Busca en tus partidas una jugada que no te atreviste a hacer y comprueba con el motor si era buena. Haz una lista de esas jugadas durante un mes: casi siempre tienen algo en común.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Rompe el estancamiento · Lección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