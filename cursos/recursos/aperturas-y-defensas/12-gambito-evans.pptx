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12 del curso Aperturas y Defensas. Agresividad clásica: sacrificar un peón por desarrollo e iniciativa.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Aperturas semiabiertas y de flanco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Gambito Evans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Agresividad clásica: sacrificar un peón por desarrollo e iniciativa.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Gambito Evans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1.e4 e5 2.Cf3 Cc6 3.Ac4 Ac5 4.b4 ofrece un peón para ganar un tiempo de desarrollo (4...Axb4 5.c3 Aa5 6.d4) y lanzar un ataque rápido contra el rey negro antes de que pueda consolidarse.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este gambito con blancas contra Oscar y evalúa si prefieres recuperar el peón pronto o mantener el ataque.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Gambito Evans — Aperturas y Defensas</dc:title>
  <dc:subject>Gambito Evans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