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Paciencia y defensa</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Cuando el rival aprieta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También se gana con poco desde la defensa: aguantar con precisión hasta que el rival se pase de la raya.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Cuando el rival aprieta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ventajas pequeñas no son solo del que ataca. Cuando el rival tiene la iniciativa, la defensa precisa también es una forma de juntar ventajas: cada ataque que no funciona le deja al atacante algún peón adelantado, alguna pieza lejos, algún tiempo gastado. Si aguantas, esas pequeñas concesiones quedan del lado de la cuenta del rival.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Cuando el rival aprieta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Defender bien es encontrar la única jugada que sostiene la posición, sin pánico y sin regalar más de lo necesario. A veces es devolver material para cortar el ataque; a veces es una jugada tranquila que cubre la casilla clave. Lo que casi nunca funciona es la defensa pasiva que solo espera.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Cuando el rival aprieta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costumbre útil es preguntarse, en cada jugada del rival, qué amenaza y cuántas jugadas lo paran. Si hay una sola, hay que encontrarla aunque cueste tiempo. Muchos ataques que parecían ganadores terminan en un final peor para el atacante, porque el defensor no se apuró.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una que hayas perdido después de recibir un ataque. Encuentra con el motor la jugada que salvaba la posición. ¿Por qué no la viste? Anota si fue por apuro, por miedo o porque no miraste la amenaza.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