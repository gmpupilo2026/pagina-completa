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cuña de peón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propio clavado en el campo del rey rival le quita casillas y sostiene el mate. Aprende a instalarlo, a aprovecharlo y a no soltarlo.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cuña de peón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cuña es un peón tuyo que llegó muy adelante, en f6, g6 o h6 si juegas con blancas (f3, g3 o h3 con negras), justo frente al rey enrocado del rival. Desde ahí controla casillas clave del enroque, por ejemplo g7, y le sirve de apoyo a tu dama o a tu torre para dar mate en esa casilla. El rey rival queda encerrado y sus piezas no pueden defender bien porque el peón corta sus caminos. Muchas partidas se deciden porque una sola cuña vale más que una pieza.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cuña de peón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reconoces cuando tienes un peón en la sexta fila (o la tercera, con negras) junto al rey enrocado, el rival no puede capturarlo sin abrirse todavía más y tu dama tiene camino para llegar a la casilla que el peón protege. Si el peón está en f6 y el rey rival en g8, la casilla g7 es el punto débil: una dama que llega a h6 o a g5 suele amenazar mate. Un caballo o una torre que se suman al ataque terminan el trabajo.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cuña de peón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vez instalada, la cuña vale más quieta que avanzando. El error típico es empujarla para «coronar» o para dar un jaque, y así se pierde el control de las casillas que encerraban al rey. Lo correcto es mantenerla bien defendida y traer piezas hasta que el mate sea inevitable. Si te toca defender, la regla es la contraria: elimina la cuña aunque cueste material, porque mientras ese peón siga ahí, cada pieza rival que llega es una amenaza de mate.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 peón tuyo que haya llegado a la sexta fila cerca del rey rival. Anota si lo mantuviste quieto o lo avanzaste y qué pasó después.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