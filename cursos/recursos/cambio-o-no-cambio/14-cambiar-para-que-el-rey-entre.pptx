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4 · Cambiar hacia el final</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Cambiar para que el rey entre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Cuando se van las torres, el rey se vuelve la pieza más fuerte. El cambio le abre la puerta.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para que el rey entre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el medio juego el rey se esconde; en el final, sale a pelear. Muchas veces lo que impide que tu rey entre en la posición rival es una torre que corta el camino o que amenaza jaques desde lejos. Si cambias esa torre, el rey pasa, y un rey activo contra uno pasivo suele decidir el 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para que el rey entre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Por eso, en finales de torres, la pregunta «¿cambio las torres?» va unida a «¿qué rey es más activo después?». Si tu rey está más cerca del centro o de los peones rivales, el final de peones suele ser tuyo. Si el rey rival es el activo, el cambio le hace el trabajo.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para que el rey entre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forma de forzar el cambio es la de siempre: ofrecer la torre en una casilla donde el rival no pueda rechazarla sin perder algo, por ejemplo cortándole el rey o atacando un peón.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los ejercicios de final de torres, antes de mover, señala con el dedo en el tablero el camino que haría tu rey si se cambian las torres. Si el camino está libre, busca el cambio.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