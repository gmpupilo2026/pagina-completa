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IDEAS QUE GANAN PARTIDAS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2 · El rey en el centro y los enroques opuestos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Sacar al rey de su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Un jaque con sacrificio puede obligar al rey a salir al medio del tablero, donde ya no tiene quién lo defienda.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Sacar al rey de su casa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Hay ataques que no buscan dar mate al rey donde está, sino obligarlo a salir. Se entrega una pieza con jaque, el rey tiene que tomarla y queda una o dos casillas más adelante, lejos de sus peones y de sus defensores. Desde ahí, las piezas atacantes lo persiguen con jaques hasta el mate o hasta ganar más de lo que costó.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Sacar al rey de su casa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La extracción funciona cuando las piezas que quedan pueden seguir con jaques o amenazas. Un rey afuera con tiempo para volver no es un rey perdido; un rey afuera al que le llueven jaques sí. Antes de sacrificar, entonces, mira cuántas piezas pueden dar el jaque siguiente.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Sacar al rey de su casa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Es una de las ideas más espectaculares del ajedrez y una de las más concretas: no se juega por intuición, se calcula hasta el final.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Resuelve diez ejercicios de ataque y en cada uno pregúntate primero: ¿qué pasaría si el rey tuviera que tomar una pieza en la casilla de al lado? A veces esa pregunta muestra la solución.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Ideas que ganan partidas · Lección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