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1 · Las primeras herramientas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Finales de peones: lo básico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La regla del cuadrado, el rey delante del peón y las casillas clave: lo mínimo para saber si un final de rey y peón se gana o es tablas.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Finales de peones: lo básico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En los finales de peones no hay piezas que tapen errores: cada tiempo cuenta. La primera herramienta es la regla del cuadrado. Imagina un cuadrado que va desde el peón hasta su casilla de coronación; si el rey rival puede entrar en ese cuadrado en su turno, alcanza al peón. Si no, el peón corona solo. Ojo: un peón que todavía está en su casilla inicial puede avanzar dos casillas, así que el cuadrado se cuenta como si ya estuviera una fila más adelante.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Finales de peones: lo básico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Cuando el rey propio acompaña al peón, la pregunta cambia: ya no es si el rey rival llega, sino si puede pararse delante del peón. Aquí manda la idea de las casillas clave: en general, si tu rey llega a una de las tres casillas que están dos filas delante de tu peón, el peón corona juegue quien juegue. Por eso el rey va delante del peón y no detrás. Con un peón de torre la regla falla: si el rey defensor llega a la esquina, es tablas.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Finales de peones: lo básico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error clásico es empujar el peón demasiado pronto. El peón no se defiende solo y, si avanza antes que su rey, el rey rival se planta delante y lo para. Primero lleva el rey adelante, conquista las casillas clave y después avanza el peón. Para el defensor la regla es la contraria: intenta quedarte delante del peón, lo más cerca posible, y no te alejes por capturar algo que no importa.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Pon en el tablero un rey y un peón contra un rey, en distintas casillas, y antes de jugar decide si se gana o es tablas usando el cuadrado y las casillas clave. Luego juégalo para comprobarlo.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