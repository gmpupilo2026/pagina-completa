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2 del curso Estrategia y Táctica. El ataque doble más frecuente en la práctica.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ESTRATEGIA Y TÁCTICA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Motivos tácticos fundamentales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Horquillas de caballo y de peón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ataque doble más frecuente en la práctica.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Horquillas de caballo y de peón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horquilla ataca dos piezas a la vez desde una sola casilla.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caballo es el especialista por su movimiento en "L", que le permite alcanzar objetivos en direcciones que ninguna otra pieza cubre.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peones también hacen horquillas simples atacando en diagonal a dos piezas alineadas.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revisa el artículo "Horquillas de caballo" y busca 5 posiciones donde un peón haga una horquilla.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y Táctica · Lección 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Horquillas de caballo y de peón — Estrategia y Táctica</dc:title>
  <dc:subject>Horquillas de caballo y de peón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