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ROMPE EL ESTANCAMIENTO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7 · La cabeza en la partida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Decidir con poco tiempo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Los apuros de tiempo no se arreglan jugando más rápido al final, sino gastando mejor el reloj al principio.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Decidir con poco tiempo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Muchos jugadores pierden posiciones buenas en los últimos minutos. Lo atribuyen al reloj, pero el problema suele estar mucho antes: veinte minutos en la jugada 12 buscando la jugada perfecta en una posición donde había tres buenas, o una apertura que no se conocía y se jugó con mucho tiempo. El apuro de tiempo es la factura de decisiones anteriores.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Decidir con poco tiempo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 primera corrección es repartir el tiempo: más para las posiciones críticas (cuando hay que elegir un plan, antes de un cambio importante, cuando el rival tiene amenazas) y menos para las jugadas naturales. Si dos jugadas te parecen igual de buenas después de pensar un rato, probablemente lo sean: elige una y sigue.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Decidir con poco tiempo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Cuando el apuro ya llegó, conviene tener reglas simples: jugar seguro, mantener las piezas defendidas, no abrir la posición si no hace falta, mirar siempre los jaques y capturas del rival antes de mover. Con poco tiempo, el golpe táctico sencillo vale más que el plan profundo.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Anota en la planilla el tiempo que te queda cada diez jugadas durante tres partidas. Busca dónde se fue la mayor parte y si esas posiciones eran de verdad las críticas.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Rompe el estancamiento · Lección 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