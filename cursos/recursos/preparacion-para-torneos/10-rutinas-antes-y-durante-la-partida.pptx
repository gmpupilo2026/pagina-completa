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10 del curso Preparación para Torneos. Hábitos que mejoran tu rendimiento de forma consistente.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PREPARACIÓN PARA TORNEOS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Psicología y hábitos de competencia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Rutinas antes y durante la partida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 que mejoran tu rendimiento de forma consistente.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Rutinas antes y durante la partida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rutina fija (llegar con tiempo, revisar brevemente tu repertorio, evitar el teléfono los últimos 15 minutos) reduce la variabilidad de tu rendimiento entre partidas.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trata de superstición, sino de eliminar decisiones innecesarias antes de que empiece el reloj.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 tu propia rutina de pre-partida de no más de 20 minutos y pruébala antes de tu próxima partida.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Torneos · Lección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Rutinas antes y durante la partida — Preparación para Torneos</dc:title>
  <dc:subject>Rutinas antes y durante la partida</dc:subject>
  <dc:creator>Ajedrez Integral</dc:creator>
  <cp:lastModifiedBy>Ajedrez Integral</cp:lastModifiedBy>
  <cp:revision>1</cp:revision>
  <dcterms:created xsi:type="dcterms:W3CDTF">2026-09-10T06:21:04Z</dcterms:created>
  <dcterms:modified xsi:type="dcterms:W3CDTF">2026-09-10T06:21:04Z</dcterms:modified>
</cp:coreProperties>
</file>