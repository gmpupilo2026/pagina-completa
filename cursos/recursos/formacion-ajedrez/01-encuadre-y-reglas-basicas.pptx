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 al inicio y volver a ella en cada cambio de bloque. Total: 240 minutos (4 horas) con dos recesos de 10 minutos.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Leyes presuponen árbitros con competencia, recto juicio y absoluta objetividad: una reglamentación excesiva les quitaría la libertad de criterio. Ejemplo: al reloj se le acaba la batería a mitad de partida. Ningún artículo describe ese caso tal cual, pero se resuelve por analogía con el reloj defectuoso (6.11): se cambia el reloj y el árbitro fija los tiempos con su mejor criterio.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una duda sobre el enroque se busca en las reglas básicas (3.8); una sobre el celular, en las de competición (11.3); una partida a 15 minutos, en el apéndice A (rápidas).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con los dos jugadores en apuro de tiempo, el árbitro se queda junto a la mesa hasta el final (12.3). Si un estudiante con baja visión necesita más espacio para su tablero de tacto, se le da una mesa aparte (12.2.6).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un jugador deja su dama atacada por prisa y el árbitro no dice nada (no intervenir). Durante la ronda, el árbitro no revisa su celular (sin distracciones). Llega antes de la hora para revisar mesas y relojes (puntualidad).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en una Regional de 60 estudiantes: un árbitro principal, dos adjuntos que cubren medio salón cada uno, asistentes que recogen resultados y una persona de pareo que publica la ronda siguiente.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arbitrar partidas del propio centro (si se puede evitar) ni conversar con entrenadores durante la ronda. El principal firma los resultados; los adjuntos resuelven los casos sencillos y le consultan las dudas. El árbitro puede expulsar a quien interfiera (12.7). Ejemplos: si en la mesa 5 juega un estudiante de tu propio colegio, pide a otro árbitro que atienda cualquier reclamo de esa mesa. Un padre ve que el rival de su hijo no presionó el reloj y lo dice en voz alta: no puede intervenir, solo puede avisarle al árbitro (12.7).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explicar una regla, no se dice sí o no sobre la posición de la partida. Cuántas jugadas van se dice solo si ya cayó una bandera (8.5). Tampoco se avisa que el rival no presionó el reloj ni se ofrecen tablas. Ejemplos: un estudiante pregunta «¿puedo enrocar si mi rey está en jaque?»: el árbitro explica la regla (no se puede, 3.8.2), pero no le dice si en su partida el rey está en jaque. Ve que un jugador no presionó el reloj: no le avisa.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puntuación no puede ser más de la establecida. Caso del Critofer Yu. Ejemplo: un jugador comenta su partida en voz alta mientras el rival piensa. La primera vez, advertencia; si lo repite, el árbitro puede sumarle tiempo al rival; si sigue, puede declarar perdida la partida.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la planilla y el reloj no alcanzan, se puede reconstruir la partida en otro tablero (8.6); los dos jugadores deben ayudar (11.11). Ejemplo: un jugador dice que su rival movió dos veces seguidas. El árbitro detiene el reloj, escucha a los dos, compara las dos planillas con la posición del tablero y mira el contador de jugadas del reloj si lo tiene. Si se confirma, se trata como jugada ilegal (7.5).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un estudiante con un brazo enyesado no puede presionar el reloj; trae a una persona que el árbitro acepta para presionarlo por él. Ese asistente no da consejos ni comenta la partida.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a un estudiante le vibra el celular en el bolsillo durante la partida. Lo llevaba encima sin autorización: pierde la partida (11.3.2), salvo que el reglamento del torneo prevea una sanción menor.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el árbitro declara perdida una partida por el celular y el jugador firma la planilla; aun así puede apelar, salvo que las bases del torneo digan otra cosa (11.10).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el error se descubre durante la partida, el árbitro decide según el artículo 7: por lo general se anula o se traslada la posición a un tablero bien colocado. Ejemplo: en la jugada 8 se nota que el tablero estaba girado, con h1 oscura. La partida sigue: la posición se pasa a un tablero bien colocado (7.3).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el rey blanco está en e1, un alfil blanco en e2 y una torre negra en e8. Mover ese alfil es ilegal aunque se mueva en diagonal, porque deja al rey en jaque (3.10).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no se puede enrocar si el rey está en jaque, si queda en jaque, si pasa por una casilla atacada, si hay piezas en medio o si el rey o esa torre ya se movieron, aunque hayan vuelto a su casilla. Sí se puede si la torre está atacada o pasa por una casilla atacada.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de captura tardía: las negras juegan d7-d5, las blancas juegan otra cosa, las negras mueven y solo entonces las blancas capturan exd6: ya es ilegal (3.7.4.1).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poner primero el peón en la casilla final (4.6.1). Además de cambiar el peón por dama, se aplica la sanción de jugada ilegal (7.5.5). Ejemplo: el peón llega a a8 y no hay una segunda dama a mano. El jugador detiene el reloj y la pide al árbitro (6.11.4). Una torre puesta de cabeza no vale como dama: sigue siendo una torre.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Hecha y completada no son lo mismo: soltar la pieza fija la casilla; presionar el reloj completa la jugada. Por eso una jugada ilegal se puede corregir antes de presionar el reloj, pero respetando la pieza tocada. Otro ejemplo: lleva la torre a e7 y la suelta; antes de presionar el reloj ve que deja la dama atacada. Ya no puede cambiar de casilla: la jugada está hecha.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presionar el reloj, quien juega puede corregir la jugada, respetando pieza tocada. Dos manos: por ejemplo, en un enroque o en una captura. Ejemplo: en la jugada 20, el blanco deja su rey en jaque y presiona el reloj. El árbitro detiene los relojes, vuelve a la posición anterior, el blanco juega con la pieza que tocó si tiene jugada legal con ella (4.3) y el negro recibe 2 minutos. Si el blanco hace otra jugada ilegal en esa partida, pierde.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Pieza tocada vale si hay jugada legal con ella; si no la hay, puede hacer cualquier otra jugada legal (4.5). Quien toca una pieza para jugar pierde el derecho a reclamar (4.8). «Compongo» sirve para centrar una pieza, no para cambiar hacia dónde mira un caballo. Ejemplos: toca su caballo de b1 sin decir «compongo»: debe moverlo si tiene jugada legal. Toca la dama del rival: debe capturarla si puede. Toca un caballo que no tiene adónde ir: puede hacer cualquier otra jugada legal (4.5).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2: no se vuelve atrás; en rápidas, el rival recibe 1 minuto. Caso 3: en la nueva jugada se respeta la pieza tocada.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un estudiante dice «abandono»: gana el rival. Dos estudiantes repiten la misma posición tres veces: solo hay tablas si quien tiene el turno las reclama; si siguen jugando sin reclamar, la partida sigue.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para la clase: en la posición del ahogado, pedir que nombren cada casilla a la que podría ir el rey de a8 y qué pieza la controla.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Otros ejemplos de posición muerta: rey contra rey y caballo; rey y alfil contra rey y alfil, con los dos alfiles en casillas del mismo color. Rey y torre contra rey no lo es: hay mate.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posición incluye los derechos de enroque y de captura al paso. Si la repetición acaba de producirse, se reclama antes de hacer la siguiente jugada. El árbitro pausa el reloj (9.5.1). Ejemplo: las blancas van a jugar Cf3, que repite la posición por tercera vez. Escriben Cf3 en la planilla sin hacerla y llaman al árbitro. Si la cuenta da tres veces, son tablas; si no, deben jugar Cf3 y el negro recibe 2 minutos (9.5.3).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dos piezas iguales pueden ir a la misma casilla, se agrega la columna o la fila de salida: Cbd2, T1e1. Las iniciales pueden ser las del idioma de quien juega; la estructura es la misma en todo el mundo. 25 minutos de bloque junto con la planilla. Pedir que cada participante escriba en el chat la jugada que el profesor muestra en el tablero. Ejemplo: caballos blancos en b1 y f3 pueden ir los dos a d2; se escribe Cbd2 o Cfd2 según cuál se mueva.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Jugadas comprobadas con chess.js. Pedir que lean la planilla en voz alta y reproduzcan la partida en el tablero.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Firmar no quita el derecho a apelar. Las planillas son del organizador (8.3). Insistir: la planilla es documento del torneo y prueba en los reclamos (repetición, 50 jugadas, control de tiempo). Ejemplo: gana el negro; los dos jugadores escriben 0-1 y firman las dos planillas.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el rival juega rápido; el jugador puede contestar enseguida y anotar después las dos jugadas, pero debe anotar su jugada antes de hacer la siguiente (8.1.3).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de lo que se revisa al terminar: que las dos planillas digan el mismo resultado, estén firmadas por los dos y tengan nombre, ronda y mesa.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 incremento de 30 segundos o más, se anota siempre. Ejemplo: ritmo de 60 minutos sin incremento; a una jugadora le quedan 4 minutos y deja de anotar. Cuando cae una bandera, debe completar su planilla, por ejemplo con la del rival.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firman 1-0 por error cuando ganó el negro. El resultado firmado se mantiene salvo que el árbitro decida otra cosa (8.7): por eso se revisa antes de que firmen.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minutos en salas y 15 de plenaria. Con más de cuatro salas, se repiten estaciones; con menos, se dejan fuera las últimas. La estación 1 usa las mismas 8 posiciones del cuadernillo de ejercicios de la sesión 1 (las láminas que siguen). A cada sala se le manda por el chat lo que necesita: la partida del dictado, la situación de cada ronda del juego de roles o los cuatro casos.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Posiciones verificadas con chess.js. Dejar que cada grupo responda antes de pasar a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Posiciones verificadas con chess.js. Dejar que cada grupo responda antes de pasar a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si un grupo dudó entre mate y ahogado, volver a la diapositiva «Mate frente a ahogado».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partida para mandar por el chat (comprobada con chess.js): 1.e4 e5 2.Cf3 d6 3.Ac4 Ag4 4.Cc3 g6 5.Cxe5 Axd1 6.Axf7+ Re7 7.Cd5#. Lleva capturas (x), un jaque (+) y el mate (#). Errores que suelen salir: olvidar la x de una captura, escribir R (rey) por C (caballo) y no anotar el + o el #. En la plenaria, una lección extra: 5.Cxe5 deja la dama colgando y aun así ganan las blancas (el mate de Légal).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situaciones, una por ronda (se mandan solo a los dos jugadores): 1. Pieza tocada: el jugador toca su alfil y mueve el caballo; el rival reclama. Decisión: debe mover el alfil si tiene jugada legal (4.3). 2. Jugada ilegal: deja su rey en jaque y presiona el reloj. Decisión: se vuelve a la posición anterior, juega con la pieza que tocó si puede y el rival recibe 2 minutos (7.5). 3. «Compongo» sin avisar: acomoda una pieza sin decirlo antes. Decisión: pieza tocada; «compongo» solo vale en su turno y avisando antes (4.2.1). Quien observa marca si el árbitro pausó el reloj, escuchó a los dos, verificó, citó el artículo y registró.</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Decisiones: 1. Debe mover la torre y no puede enrocar por ese lado (4.4.2). 2. Jugada ilegal completada: el peón se cambia por una dama y el rival recibe 2 minutos, 1 en rápidas (3.7.5, 7.5.2 y 7.5.5). 3. La partida ya terminó en tablas al llegar a esa posición: es posición muerta y no hace falta reclamo (5.2.2). 4. Jugada ilegal: al paso solo se captura en la jugada inmediata siguiente; se vuelve atrás, pieza tocada y sanción (3.7.4.1 y 7.5).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repasarlos en la charla técnica antes de la primera ronda de cada torneo.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1 minuto por pregunta y luego pasar a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Comentar las preguntas con más respuestas distintas.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minutos: dudas, explicación de la tarea y evaluación breve de la sesión.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Clase 1: rol arbitral, reglas básicas y notación. Programa de Formación para Personas Árbitras y Asesoras, Juegos Deportivos Estudiantiles (J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Al terminar esta sesión, cada participante podrá: explicar la organización del curso, las evaluaciones y la sesión presencial; describir el rol, los deberes y los límites de la persona árbitra y asesora en los JDE; aplicar las reglas de movimiento, enroque, captura al paso, coronación y pieza tocada; distinguir sin dudar jaque, jaque mate, ahogado, posición muerta y tablas; leer y escribir partidas en notación algebraica y explicar el uso de la planill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El camino hacia el arbitraje en los JDE, en tres pasos. Paso 1, sesiones virtuales: 6 sesiones virtuales de 4 horas (explicación, casos reales, trabajo en grupo y quiz). Paso 2, evaluación continua: quizzes de cada sesión y tareas asignadas. Paso 3, sesión presencial, 14 de diciembre: cierre práctico con tableros y relojes reales. Recuerda: en los JDE, quien arbitra también forma; el trato con estudiantes, docentes y familias es parte integral del trabaj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Acuerdos para nuestro aprendizaje. Cámara: encendida durante las explicaciones y las salas de trabajo. Micrófono: apagado, salvo para intervenir o participar. Chat: deja tus dudas ahí; se responden al final de cada bloque. Salas de trabajo: una persona por grupo anota y otra diferente presenta en la plenar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Clase 1, 4 horas (240 minutos). De 0:00 a 0:10, bienvenida y encuadre del curso. De 0:10 a 0:35, el rol de la persona árbitra y asesora. De 0:35 a 1:15, reglas básicas I: tablero, piezas y jugadas especiales. De 1:15 a 1:25, receso. De 1:25 a 2:00, reglas básicas II: cómo termina una partida. De 2:00 a 2:25, notación algebraica y planilla. De 2:25 a 2:35, receso. De 2:35 a 3:15, práctica en salas de trabajo. De 3:15 a 3:45, quiz de la sesión y errores frecuentes en el aula. De 3:45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Prólogo de las Leyes del Ajedrez. Las Leyes del Ajedrez no pueden abarcar todas las situaciones posibles que pueden surgir durante una partida, así como tampoco pueden regular todas las cuestiones administrativas. En los casos no regulados con precisión por un artículo de las Leyes, debería ser posible llegar a una decisión correcta estudiando situaciones análogas examinadas en las mismas. Las Leyes presuponen que los árbitros tienen la competencia, recto juicio y absoluta objetividad necesarios para ello. Una reglamentación excesivamente detallada podría privar al árbitro de su libertad de criterio e impedirle hallar la solución a un problema, guiada por la ecuanimidad, la lógica y la consideración de factores especial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Las Leyes del Ajedrez, en cuatro partes. Reglas básicas: naturaleza y objetivos del juego de ajedrez, posición inicial de las piezas y movimientos de las piezas. Reglas de competición: el reloj de ajedrez, irregularidades, registro de movimientos, tablas, puntos y conducta de los jugadores. Apéndices: ajedrez rápido, blitz, notación algebraica y reglas para jugar con personas ciegas y con discapacidad visual. Directrices: partidas aplazadas, reglas de Ajedrez 960 y partidas sin incremento, incluidas las partidas rápid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El rol arbitral: más allá de observar. Hacer cumplir las Leyes del Ajedrez y el reglamento (12.1). Asegurar buenas condiciones de juego y evitar molestias a quienes juegan (12.2.3 y 12.2.4). Tomar medidas especiales para jugadores con discapacidad (12.2.6). Velar por el juego limpio (12.2.1 y 12.2.7). Observar las partidas, especialmente en apuro de tiempo (12.3). Hacer cumplir las decisiones y aplicar sanciones cuando corresponda (sanciones en el art. 12.9) (12.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Roles de los árbitros en torneos de ajedrez, en un diagrama circular. Cumplimiento de las reglas: asegurar que las reglas del ajedrez y el juego limpio se sigan. Juego limpio: promover la honestidad y la integridad en la competición. Interés de la competición: actuar para el beneficio general del torneo. Ambiente de juego: mantener una atmósfera positiva y respetuosa. Progreso de la competición: supervisar y gestionar el flujo del torneo. Imposición de decisiones: hacer cumplir las decisiones tomadas por los árbitros. Sanciones: imponer penalizaciones cuando sea necesario. No intervención: evitar interferir en los juegos excepto cuando sea necesario. Respeto: tratar a todos los participantes con cortesía. Sin distracciones: evitar el uso de dispositivos durante la competición. Imparcialidad: demostrar justicia y objetividad en las decisiones. Puntualidad: llegar a tiempo para todas las tareas. Apoyo a jugadores: proporcionar asistencia a jugadores con necesidades especiales. Asistencia a reuniones: participar en reuniones informativ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Estructura y funciones del equipo arbitral. Árbitro principal: responsable técnico general y líder del equipo. Árbitros adjuntos: enlace entre el árbitro principal y los asistentes. Árbitros de sector: supervisan áreas específicas y coordinan con asistentes. Árbitros asistentes: controlan partidas y registran resultados. Árbitros de juego limpio: aseguran el comportamiento ético y previenen trampas. Árbitros de pareo: preparan y publican emparejamientos y actualizan resulta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Imparcialidad absoluta: no favorecer centros educativos, regiones ni estudiantes; no arbitrar partidas del propio centro (si es evitable) ni conversar con entrenadores durante la ronda. El equipo arbitral (12.4): el árbitro principal dirige el torneo, resuelve los casos difíciles y firma los resultados; los adjuntos vigilan sectores, resuelven casos sencillos y consultan al principal ante dudas. El entorno (12.7): el público y otros jugadores no pueden intervenir; si alguien observa una irregularidad, solo puede informar al árbitro, que puede expulsar a quien interfi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Los límites de la intervención durante la partida. Puede (y debe): explicar el significado de una regla si se lo piden (11.9), sin decir sí o no sobre la posición actual; detener los relojes para resolver reclamaciones; intervenir de inmediato ante jugadas ilegales o pieza tocada, sin esperar reclamación (4.8 y 7.5); pedir silencio y ordenar el área. No debe: señalar jaque, mate o ahogado (12.6); indicar cuántas jugadas se han hecho, salvo si ya cayó una bandera (12.6 y 8.5); avisar que el rival jugó o que no presionó el reloj (12.6); sugerir jugadas, ofrecer tablas ni comentar la posi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Artículo 12.9: Sanciones. El árbitro puede aplicar las siguientes sanciones. Advertencia: una advertencia verbal o formal. Ajuste de tiempo: aumentar el tiempo del adversario o reducir el del infractor. Ajuste de puntuación: aumentar la puntuación del adversario o reducir la del infractor. Expulsión: declarar la partida perdida, exclusión de una o más rondas, o expulsión de la competi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Antes de decidir o sancionar, el árbitro reúne las pruebas. Uno: la versión de los jugadores; escucha a los dos, sin interrumpir. Dos: la planilla, con las jugadas, los tiempos y las ofertas de tablas (8.1). Tres: el tablero, con la posición tal como quedó. Cuatro: el reloj, con los tiempos y, si lo tiene, el contador de jugadas. Ninguna prueba sola alcanza: el árbitro las compara y después deci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Asistentes. Movimiento de piezas: si un jugador es incapaz de mover las piezas, puede proporcionar un asistente, que deberá ser aceptable para el árbitro, para realizar esta operación. Uso del reloj: si un jugador es incapaz de utilizar el reloj, puede proporcionar un asistente, que deberá ser aceptable para el árbitro, para realizar esta operación. Anotación: si un jugador es incapaz de anotar, puede proporcionar un asistente, aceptable para el árbitro, para anotar los movimien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Artículo 11.3: Prohibiciones durante la partida. Uso de notas: durante la partida está prohibido que los jugadores hagan uso de cualquier tipo de notas, fuentes de información o consejos, o analizar cualquier partida en otro tablero. Dispositivos electrónicos: durante la partida está prohibido que un jugador tenga cualquier dispositivo electrónico no aprobado específicamente por el árbitro en la sala de juego. Sanciones: si es evidente que un jugador lleva encima un dispositivo de este tipo dentro del recinto de juego, perderá la partida; el adversario ganará. Inspecciones: el árbitro puede requerir al jugador que permita la inspección de su ropa, bolsos u otros artículos en priva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Artículo 11.9 a 11.11: Derechos de los jugadores. Solicitud de explicación: un jugador tiene derecho a solicitar al árbitro una explicación de cualquier punto de las Leyes del Ajedrez. Derecho de apelación: a menos que las bases del torneo especifiquen lo contrario, un jugador puede apelar contra cualquier decisión del árbitro, aunque el jugador haya firmado la planilla. Deber de cooperación: ambos jugadores deben ayudar al árbitro en cualquier situación que requiera la reconstrucción de la partida, incluidas las reclamaciones de tabl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El tablero se coloca con la casilla de la esquina derecha de cada jugador de color claro. Las damas van en su color: la dama blanca en d1 y la dama negra en d8. ¿Qué pasa si hay un error? (art. 7): si durante la partida se descubre que la posición inicial o el tablero estaban mal colocados, el árbitro decide según el artículo 7, generalmente anulando o trasladando la posi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Reglas de movimiento (art. 3): una jugada es legal solo si respeta el movimiento y no deja ni pone al propio rey en jaque (3.9 y 3.10). Rey: una casilla en cualquier dirección; captura igual. Dama: cualquier número de casillas en fila, columna o diagonal; captura igual. Torre: cualquier número de casillas en fila o columna; captura igual. Alfil: cualquier número de casillas en diagonal; captura igual. Caballo: en forma de L, saltando sobre otras piezas; captura igual. Peón: una casilla hacia adelante (dos desde su casilla inicial); captura una casilla en diagonal hacia adel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El enroque (art. 3.8.2), con dos tableros. Enroque corto: rey blanco en e1, torre en h1, alfil negro en c4 y rey negro en e8. ¿Puede el blanco enrocar corto? No: el rey pasaría por f1, que está atacada por el alfil de c4. Enroque largo: rey blanco en e1, torre en a1, alfil negro en f5 y rey negro en e8. ¿Puede el blanco enrocar largo? Sí: el alfil ataca b1, pero por ahí solo pasa la torre, no el re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Captura al paso (art. 3.7.4.1). Ejemplo: rey blanco en e1 y peón blanco en e5; rey negro en e8 y peón negro en d5. Las negras acaban de jugar d7-d5. ¿Puede el blanco capturar el peón? Sí: se juega exd6 a.p. Condición clave: solo es legal hacer esta captura en la jugada inmediatamente siguiente al avance doble del peón riv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Coronación de peón (art. 3.7.5), en cuatro pasos. Uno: el peón que llega a la última fila se cambia en la misma jugada por dama, torre, alfil o caballo del mismo color; la elección no depende de las piezas ya capturadas. Dos: si la pieza no está, el jugador pausa el reloj y la pide al árbitro (6.11.4). Tres: la elección se fija cuando la nueva pieza toca la casilla de coronación (4.4.4); no es necesario colocar el peón físicamente en la casilla final primero (4.6.1). Penalización: si presiona el reloj sin cambiar el peón, es jugada ilegal; el peón se cambia por una dama (7.5.2) y se aplica la sanción de jugada ilegal (7.5.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Arts. 4.6, 4.7 y 6.2.1. Uno: toca la pieza; debe moverla, por pieza tocada (4.3). Dos: la suelta; la jugada está hecha y ya no puede llevarla a otra casilla (4.6 y 4.7). Tres: presiona el reloj; la jugada está completada y le toca al rival (6.2.1). Ejemplo: soltó el caballo en f3. Aunque no presionó el reloj, ya no puede llevarlo a g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Gestión de jugadas ilegales (art. 7.5). ¿Cuándo se completa? Cuando el jugador presiona el reloj; antes de eso puede corregirla, respetando pieza tocada. La regla de las dos manos (7.5.4): usar dos manos para una sola jugada (por ejemplo, enroque o captura) y presionar el reloj es jugada ilegal. El reloj (7.5.3): presionar el reloj sin haber jugado es jugada ilegal. Procedimiento y sanciones (7.5.1 y 7.5.5): primero se restablece la posición anterior. Primera ilegal: el árbitro suma 2 minutos al rival (1 en rápidas). Segunda ilegal del mismo jugador: pierde la partida, salvo que el rival no tenga material para dar mate; entonces son tabl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Contacto físico con las piezas (arts. 4.1 a 4.8). Pieza tocada: tocar una pieza propia obliga a moverla; tocar una pieza rival obliga a capturarla, si hay jugada legal (4.3). Si toca rey y torre, debe enrocar por ese lado si es legal (4.4.1). Si toca la torre primero, debe mover la torre y pierde el derecho a enrocar por ese lado (4.4.2). Si no hay jugada legal con lo tocado, puede hacer cualquier otra jugada legal (4.5). Ojo: quien toca una pieza para jugar pierde el derecho a reclamar (4.8). «Compongo» (art. 4.2.1): solo quien tiene el turno; debe avisar antes de tocar; sirve para centrar, no para cambiar hacia dónde mira un cabal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6" descr="Casos de discusión: ¿qué haría usted? Caso 1: con el rey y la torre de h1 sin mover, un estudiante toma primero la torre para enrocar corto. Caso 2: un peón blanco llega a e8; el jugador lo deja como peón y presiona el reloj. Caso 3: un peón negro avanzó de d7 a d5 hace dos jugadas; ahora el peón blanco de e5 lo captura al paso. Piensa tu respuesta antes de pasar a la siguiente diapositiv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7" descr="Decisiones arbitrales. Caso 1, el enroque que empezó por la torre: se aplica pieza tocada; al tocar la torre primero, debe mover esa torre y no puede enrocar por ese lado (4.4.2). Caso 2, el peón que llegó a la octava: es jugada ilegal completada; no se vuelve atrás: el peón se cambia por una dama del mismo color y el rival recibe 2 minutos extra en clásico o 1 minuto en rápidas (3.7.5, 7.5.2 y 7.5.5). Caso 3, la captura al paso tardía: es jugada ilegal; solo se puede capturar al paso en la jugada inmediatamente siguiente. Se restablece la posición, se respeta la pieza tocada para la nueva jugada y se aplica la sanción por primera jugada ilegal (3.7.4.1, 7.5.1 y 7.5.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8" descr="Receso de 10 minutos. Pausa los relojes. Nos vemos en breve para la segunda mitad de la ses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9" descr="¿Cómo termina una partida? (arts. 5 y 9). Jaque (3.9.1): rey atacado, la partida sigue; no se reclama. Jaque mate (5.1.1): rey en jaque sin jugada legal, gana quien da mate; no se reclama, termina en el acto. Abandono (5.1.2): quien abandona pierde y gana el rival; termina en el acto. Ahogado (5.2.1): rey que no está en jaque, sin jugada legal; tablas; termina en el acto. Posición muerta (5.2.2): imposible dar mate con ninguna serie de jugadas; tablas; termina en el acto. Tablas por acuerdo (5.2.3 y 9.1.2): se ofrecen y se aceptan; el reglamento puede limitarlas (9.1.1). Triple repetición (9.2): la misma posición aparece 3 veces; tablas; la reclama el jugador con turno. 50 jugadas (9.3): 50 jugadas sin mover peón ni capturar; tablas; la reclama el jugador con turno. Quíntuple repetición o 75 jugadas (9.6): tablas; el árbitro interviene directame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0" descr="Tres tableros. Mate: torre blanca en e8, rey negro en g8 con peones en f7, g7 y h7, rey blanco en g1. Tras Te8, jaque mate (5.1.1): mate del pasillo, ganan las blancas. Ahogado: rey negro en a8, dama blanca en b6 y rey blanco en c5; juegan las negras: el rey no está en jaque y no tiene jugadas legales. Ahogado (5.2.1): tablas. No es ahogado: la misma posición con un peón negro en h7; juegan las negras: el rey no está en jaque, pero el peón de h7 puede avanzar. No es ahogado (5.2.1): la partida sigu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1" descr="Posición muerta (art. 5.2.2): la partida termina en tablas en el acto. Rey y alfil: rey blanco en f1 y alfil en c3 contra rey negro en f6. Imposible dar mate: tablas inmediatas. Rey y dos caballos: rey blanco en e1 y caballos en b1 y c1 contra rey negro en e6. El mate es posible si el defensor colabora: la partida sigue. Caso 3, rey contra rey: tras varios cambios quedan solo los reyes y los jugadores quieren seguir moviendo. Decisión: la partida terminó en tablas en el momento de esa posición; no hace falta reclamo (5.2.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2" descr="Reclamar tablas: repetición y 50 jugadas (arts. 9.2 y 9.3). ¿Qué es la misma posición? (9.2.3): turno del mismo jugador, piezas del mismo tipo y color en las mismas casillas y las mismas jugadas posibles, incluidos los derechos de enroque y captura al paso. Cómo reclamar: si se va a producir, escribe la jugada en la planilla sin hacerla en el tablero y lo declara al árbitro; si acaba de producirse, reclama antes de hacer su siguiente jugada. Cuidado: si toca una pieza con intención de moverla, pierde el derecho a reclamar en esa jugada (9.4). Rol del árbitro: se pausa el reloj (9.5.1). Si es correcto, tablas de inmediato (9.5.2). Si es incorrecto, el jugador está obligado a hacer la jugada anunciada y el árbitro suma 2 minutos al rival (9.5.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3" descr="Obligatoria en competencia (art. 8.1 y apéndice C). Casillas: columna (a a h) más fila (1 a 8): e4, f7, a8. Piezas: R rey, D dama, T torre, A alfil, C caballo; el peón no lleva letra. Jugada: pieza más casilla de llegada: Cf3, Ab5, e4. Si dos piezas iguales pueden ir a la misma casilla, se agrega la columna o la fila de salida: Cbd2, T1e1. Las iniciales pueden ser las del idioma del jugador; la estructura es la misma en todo el mundo. Signos: x captura (Axc6, dxc6); + jaque; # jaque mate (Dh4#); O-O enroque corto; O-O-O enroque largo; =D coronación (e8=D); a.p. captura al paso (exd6 a.p.); (=) oferta de tablas en la planill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4" descr="Las dos columnas, jugada a jugada, de forma legible. 1. e4 e5, 2. Cf3 Cc6, 3. Ab5 a6, 4. Axc6 dxc6, 5. O-O. Apertura Española: 4.Axc6 es una captura (x) y 5.O-O, el enroque corto. Para leer y corregir: ¿qué pasó en esta partida? 1.f3 e5 2.g4 Dh4#: mate del loco, el mate más rápido posible; «#» indica que la partida terminó. ¿Qué está mal anotado? 1.e4 e5 2.Rf3: en español, «R» es el rey y el caballo es «C». Un árbitro tiene que poder leer cualquier planill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5" descr="Obligaciones durante y después de la partida (art. 8). Anotar las jugadas propias y las del rival, jugada a jugada, en notación algebraica (8.1). No anotar la jugada antes de hacerla, salvo para reclamar tablas (8.1). La planilla queda a la vista del árbitro durante toda la partida (8.1). Las ofertas de tablas se anotan con el signo (=) (8.1 y 9.1). Se puede dejar de anotar solo con menos de 5 minutos y sin incremento de 30 segundos o más (8.4). Al terminar, los dos jugadores firman las dos planillas con el resultado, 1-0, 0-1 o ½-½ (8.7); firmar no quita el derecho a apelar. Las planillas pertenecen al organizador (8.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6" descr="Artículo 8: La anotación de los movimientos. Un ciclo: estar en juego, tocar la pieza, hacer la jugada, completar la jugada y anotar la jugada. Obligación de anotar: en el transcurso de la partida cada jugador está obligado a anotar sus propios movimientos y los de su adversario en la forma correcta, movimiento tras movimiento, de forma clara y legible. Formatos permitidos: se puede usar la anotación algebraica en la planilla prescrita para la competición o una planilla electrónica aprobada por la FIDE. Prohibición: está prohibido anotar los movimientos antes de realizarlos, excepto cuando el jugador esté reclamando tablas según los artículos 9.2, 9.3 o aplazando la partida. 8.1.3: un jugador puede replicar a un movimiento de su adversario antes de anotarlo, si así lo desea. Debe anotar su movimiento previo antes de realizar otr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7" descr="Artículo 8.1.4 a 8.7: Uso de la planilla. Uso exclusivo: la planilla se utilizará únicamente para anotar los movimientos, los tiempos de los relojes, las ofertas de tablas, temas relacionados con una reclamación u otros datos relevantes. Visibilidad: la planilla estará a la vista del árbitro durante toda la partida. Propiedad y firma: las planillas son propiedad de los organizadores. Al finalizar, ambos jugadores firmarán las planillas, indicando el resultado. Pregunta: ¿qué revisamos en la planilla cuando una partida finaliz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8" descr="Artículo 8.4 a 8.6: Excepciones en la anotación. Apuro de tiempo: si un jugador dispone de menos de cinco minutos en su reloj y no tiene incremento de 30 segundos o más, no está obligado a cumplir los requisitos de anotación hasta el final del periodo. Asistencia del árbitro: si ningún jugador anota, el árbitro o un asistente procurarán estar presentes y anotar los movimientos. Actualización: si solo un jugador ha dejado de anotar, debe actualizar completamente su planilla en cuanto haya caído cualquiera de las dos banderas. Reconstrucción: si no hay planilla completa disponible, los jugadores deben reconstruir la partida sobre un segundo tablero bajo el control del árbitr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9" descr="Artículo 8.6 y 8.7: Uso de la planilla. Reconstrucción: si no se pueden actualizar las planillas de forma que muestren que un jugador ha sobrepasado el tiempo asignado, el siguiente movimiento realizado será considerado como el primero del siguiente periodo de tiempo, salvo que sea evidente que se han realizado o completado más movimientos. Resultado final: al finalizar la partida ambos jugadores indicarán el resultado de la partida, firmando las dos planillas, o aprobando el resultado en las planillas electrónicas. Dicho resultado permanecerá, aunque sea incorrecto, salvo que el árbitro decida otra cosa. Pregunta: ¿qué revisamos en la planilla cuando una partida finaliz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0" descr="Receso de 10 minutos. Pausa los relojes. Nos vemos en breve para la segunda mitad de la ses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1" descr="Práctica en salas de trabajo, por estaciones, 40 minutos. Cada sala de trabajo, de 3 o 4 personas, hace una estación distinta. Estación 1: las 8 posiciones; decidir si hay jaque, jaque mate, ahogado, posición muerta o si la partida sigue, con su artículo. Estación 2: dictado de planilla. Estación 3: juego de roles de un reclamo. Estación 4: los casos del laboratorio, en grupo. 25 minutos en salas y 15 de plenaria: una persona anota y otra, diferente, cuenta en la plenaria lo que hizo su sal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2" descr="¿Jaque, jaque mate, ahogado, posición muerta o la partida sigue? Posición 1, juegan las negras: torre blanca en a8, rey negro en g8 con peones en f7, g7 y h7, rey blanco en g1. Posición 2, juegan las negras: rey negro en h8, dama blanca en f7 y rey blanco en g6. Posición 3, juegan las negras: rey negro en e8, torre blanca en e1 y rey blanco en g1. Posición 4, juegan las blancas: rey blanco en e1 y alfil en c3 contra rey negro en e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3" descr="¿Jaque, jaque mate, ahogado, posición muerta o la partida sigue? Posición 5, juegan las blancas: tras 1.f3 e5 2.g4 Dh4. Posición 6, juegan las negras: rey blanco en e1 y caballo en c3 contra rey negro en e6. Posición 7, juegan las negras: rey blanco en e1 y torre en c3 contra rey negro en e6. Posición 8, juegan las negras: rey negro en a8, peón blanco en a7 y rey blanco en b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4" descr="Cada respuesta, con su artículo. 1: jaque mate (5.1): la torre da jaque en la octava y los peones encierran al rey. 2: ahogado, tablas (5.2.1): el rey de h8 no está en jaque y no tiene casillas. 3: jaque, no mate; la partida sigue (3.9): el rey puede salir del jaque (d7, f7…). 4: posición muerta, tablas (5.2.2): rey y alfil contra rey, nunca hay mate. 5: jaque mate (5.1): mate del loco, nada tapa ni captura la dama. 6: posición muerta, tablas (5.2.2): rey y caballo contra rey, nunca hay mate. 7: la partida sigue: con rey y torre sí hay mate posible. 8: ahogado, tablas (5.2.1): el rey de a8 no está en jaque; b8 la controla el peón y b7, el rey blanc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5" descr="Estación 2, dictado de planilla, en salas. Uno: una persona dicta la partida en voz alta, sin mostrar el tablero. Dos: las demás la anotan en su planilla, jugada a jugada, en notación algebraica. Tres: juntas la reproducen en un tablero; si una jugada no se puede hacer, hay un error. Cuatro: comparan las planillas y marcan cada diferencia con su corrección. La partida llega por el chat de la sala: 7 jugadas, con capturas, jaque y ma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6" descr="Estación 3, juego de roles de un reclamo, en salas. El procedimiento: pausa el reloj, escucha a los dos, verifica, decide con el artículo y registra. Roles: árbitro, dos jugadores y una persona que observa y marca en la lista cada paso. Situaciones, una por ronda, que los jugadores no le dicen al árbitro: pieza tocada, jugada ilegal y «compongo» sin avisar. Se rotan los rol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7" descr="Estación 4, los casos del laboratorio, en grupo. Cada sala decide los cuatro casos y cita el artículo. Uno, la torre primero: toma la torre para enrocar corto. Dos, el peón en la octava: lo deja como peón y presiona el reloj. Tres, rey contra rey: quedan los dos reyes y quieren seguir. Cuatro, al paso, tarde: captura dos jugadas después del avance. En la plenaria, cada grupo da su decis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8" descr="Lo que más se repite en los torneos estudiantiles. Llamar «mate» a un ahogado, o al revés (5.1 y 5.2.1). Dejar el peón en la octava fila sin cambiarlo y presionar el reloj: jugada ilegal, el peón pasa a ser dama (7.5.2). Enrocar después de haber movido el rey, aunque haya vuelto a su casilla (3.8.2). Capturar al paso una o dos jugadas tarde (3.7.4.1). Seguir jugando con rey contra rey: la partida ya terminó en tablas (5.2.2). Darse la mano sin oferta previa y creer que son tablas (9.1). Tocar la torre primero para enrocar (4.4.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9" descr="Responde de forma individual. 1. Un rey está en jaque y no existe ninguna jugada legal que lo saque de esa condición. ¿Cómo se denomina esta situación? 2. Un jugador no está en jaque, pero no dispone de ninguna jugada legal en su turno. ¿Qué resultado corresponde? 3. ¿Cuándo se pierde para siempre el derecho a enrocar de un lado? 4. Quedan en el tablero rey contra rey. ¿Qué corresponde? 5. ¿Cuándo puede un jugador decir «compongo» para acomodar una pieza? 6. ¿Qué debe anotar cada jugador en su planilla en una partida de ritmo clásic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0" descr="1. Jaque mate. 2. Partida ahogada (tablas). 3. Cuando ya se movió el rey o la torre de ese lado, aunque hayan vuelto a su casilla. 4. Tablas de inmediato: es posición muerta, sin necesidad de reclamo. 5. Solo en su turno y antes de tocar la pieza. 6. Sus jugadas y las del rival, jugada a jugada, en notación algebraica y de forma legibl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1" descr="Para la sesión 2: reglas de competición (4 horas). Tarea: leer el capítulo de reglas básicas de las Leyes de Ajedrez de la FIDE y completar una ficha breve de reflexión sobre una situación de arbitraje básica vivida en tu contexto educativo. Antes de irte: dudas de la sesión; evaluación breve de la sesión (formulario); material de repaso: cuadernillo y ejercicios de la sesión 1 en la Academ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Clase 1: rol arbitral, reglas básicas y notación</dc:title>
  <dc:subject>laminas:b3e30b374f611c549ca03f63aff0aa2159e14c8aa793feea430ebb17599b01e6</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