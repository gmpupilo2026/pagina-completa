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Los peones deciden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Entregar un peón para abrir el juego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peón ofrecido puede abrir una columna, desviar una pieza o ganar el tiempo que le falta al ataque.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Entregar un peón para abrir el juego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peón es la unidad más chica del ajedrez, y por eso es la que más fácil se entrega. Se ofrece para abrir una columna contra el rey, para sacar a un defensor de su casilla, para despejarle la diagonal a un alfil o para ganar el tiempo que le falta al ataque. El rival lo toma y, a cambio, queda con una posición peor.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Entregar un peón para abrir el juego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clave es que lo que se gana no es material: es tiempo, espacio o líneas abiertas. Por eso estas jugadas se miden por lo que pasa después, no por la cuenta de peones. Si después de que el rival toma tus piezas entran con fuerza, el peón estaba bien entregado.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Entregar un peón para abrir el juego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Del otro lado, aceptar todo lo que se ofrece es una forma rápida de perder: antes de tomar un peón, pregúntate qué se abre cuando lo tomas.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tus partidas y marca los peones que tomaste en la apertura y el medio juego. Para cada uno, anota qué se abrió para el rival al tomarlo y si valió la pena.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