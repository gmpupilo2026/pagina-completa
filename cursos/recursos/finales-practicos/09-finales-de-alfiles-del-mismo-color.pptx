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9 del curso Finales Prácticos. Cómo explotar una ventaja de peones con alfiles iguales.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Finales de piezas menores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alfiles del mismo color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explotar una ventaja de peones con alfiles iguales.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Finales de alfiles del mismo color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alfiles del mismo color, una ventaja de un peón suele ser suficiente para ganar si el rey y el alfil pueden coordinarse para crear un segundo frente de ataque.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técnica clave es no fijar todos los peones propios en el mismo color de casilla que el alfil rival.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 un final de alfiles del mismo color con un peón de ventaja hasta convertirlo.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Finales de alfiles del mismo color — Finales Prácticos</dc:title>
  <dc:subject>Finales de alfiles del mismo color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