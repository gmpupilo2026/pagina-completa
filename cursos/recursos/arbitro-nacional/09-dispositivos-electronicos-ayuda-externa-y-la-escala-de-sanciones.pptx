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ÁRBITRO NACIONAL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5 · Conducta y los deberes de quien arbitra (art. 11-12)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Dispositivos electrónicos, ayuda externa y la escala de sanciones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artículo 11 y el criterio de proporcionalidad del 12.9: de la advertencia a la pérdida de la partida.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Dispositivos electrónicos, ayuda externa y la escala de sanciones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artículo 11.3 prohíbe tener un dispositivo electrónico de comunicación (encendido o no, salvo que el reglamento del torneo lo autorice expresamente) en la zona de juego durante la partida, y el 11.3.2 puede llegar a la pérdida de la partida si se comprueba que un jugador lo usó para recibir ayuda al jugar — no basta con que suene un celular, aunque eso también se sanciona.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Dispositivos electrónicos, ayuda externa y la escala de sanciones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artículo 12.9 organiza las sanciones en una escala, de menor a mayor: advertencia, pérdida de tiempo en el reloj, aumento del tiempo del rival, reducción del tiempo del infractor, pérdida de la partida o expulsión del torneo. La decisión de en qué escalón empezar no es libre: tiene que ser proporcional a la falta, y el reglamento espera que quien arbitra explique por qué eligió esa sanción y no otra.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Dispositivos electrónicos, ayuda externa y la escala de sanciones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Molestar o distraer al rival deliberadamente (art. 11.5) incluye reclamos infundados repetidos a propósito, así que el mismo artículo que protege contra las molestias también cubre el abuso de los reclamos que se vieron en el bloque anterior — el reglamento se piensa como un conjunto, no artículo por artículo aislado.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Dispositivos electrónicos, ayuda externa y la escala de sanciones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árbitro puede aplicar sanciones por iniciativa propia (art. 12.9), sin esperar un reclamo de ningún jugador: si observa una falta, actúa. Es una diferencia de fondo con los reclamos de tablas o de tiempo, que dependen de que un jugador los presente.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Redactar tres situaciones de conducta (un celular que suena sin usarse, un jugador que consulta su reloj de pulsera con notas escritas, y un reclamo de jugada ilegal presentado tres veces en la misma ronda sin fundamento) y decidir, para cada una, en qué escalón del artículo 12.9 empezar y por qué.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Árbitro Nacional · Lección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