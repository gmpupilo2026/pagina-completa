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GANAR CON POCO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7 · Las partidas del libro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Kárpov – Krámnik: torre y caballo contra torre y alfil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Anatoli Kárpov contra Vladímir Krámnik, Viena, 1996. Cuando el caballo vale más que el alfil.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Kárpov – Krámnik: torre y caballo contra torre y alfil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Se suele decir que torre y alfil son mejores que torre y caballo. Kárpov muestra la excepción: con el centro abierto, su caballo encuentra casillas, su rey se mete entre los peones negros y la ventaja pequeña de la apertura se convierte, de a poco, en un final ganado. La jugada 12 no viene escrita en el libro (va en un diagrama): 12.Axe4 h6 es la única pareja de jugadas que deja legal el resto de la partida.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Kárpov – Krámnik: torre y caballo contra torre y alfil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Recórrela jugada a jugada en el tablero (Defensa Eslava; ganan las blancas). En los momentos clave el visor te pide que encuentres la jugada antes de verla: todas están comprobadas con Stockfish, y en cada una la jugada de la partida es la mejor por al menos medio peón. Lo que hay que llevarse: Las reglas sobre el valor de las piezas son promedios: la posición concreta manda. Con el rey activo y el caballo bien apoyado, la torre y el caballo pueden más que la torre y el alfil. La ventaja pequeña del medio juego se cobra en el final, con el rey.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Cuando cambies piezas menores, piensa en qué final queda: caballo o alfil, ¿cuál tendrá más casillas? En el final de torres y piezas menores, lleva el rey hacia los peones del rival.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Ganar con poco · Lección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