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Lección 11 del curso Aperturas y Defensas. Flexibilidad posicional: desarrollar antes de fijar los peones.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F33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102A43">
              <a:alpha val="7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645920" y="4937760"/>
            <a:ext cx="3840480" cy="3840480"/>
          </a:xfrm>
          <a:prstGeom prst="ellipse">
            <a:avLst/>
          </a:prstGeom>
          <a:solidFill>
            <a:srgbClr val="102A43">
              <a:alpha val="7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594360"/>
            <a:ext cx="1005840" cy="1005840"/>
          </a:xfrm>
          <a:prstGeom prst="ellipse">
            <a:avLst/>
          </a:prstGeom>
          <a:solidFill>
            <a:srgbClr val="DE911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59436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1920240" y="685800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AJEDREZ INTEGRAL  ·  APERTURAS Y DEFENSAS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920240" y="1097280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3 · Aperturas semiabiertas y de flanco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651760"/>
            <a:ext cx="10881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Sistema Réti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461772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Flexibilidad posicional: desarrollar antes de fijar los peones.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6309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27D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ajedrez-integral.com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♟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DE9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CONCEPTO CLAVE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Sistema Réti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11064240" cy="4297680"/>
          </a:xfrm>
          <a:prstGeom prst="rect">
            <a:avLst>
              <a:gd name="adj" fmla="val 2553"/>
            </a:avLst>
          </a:prstGeom>
          <a:solidFill>
            <a:srgbClr val="F0F4F8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1.Cf3 seguido de g3, Ag2 y c4 desarrolla las piezas antes de decidir la estructura de peones central, dejando que el rival revele sus intenciones primero.</a:t>
            </a:r>
            <a:endParaRPr lang="en-US" sz="16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la base histórica de la escuela "hipermoderna", que desafió la idea clásica de ocupar el centro directamente desde la apertura.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02A43"/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-1463040"/>
            <a:ext cx="4114800" cy="4114800"/>
          </a:xfrm>
          <a:prstGeom prst="ellipse">
            <a:avLst/>
          </a:prstGeom>
          <a:solidFill>
            <a:srgbClr val="0A1F33">
              <a:alpha val="8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175504" y="822960"/>
            <a:ext cx="1828800" cy="1828800"/>
          </a:xfrm>
          <a:prstGeom prst="ellipse">
            <a:avLst/>
          </a:prstGeom>
          <a:solidFill>
            <a:srgbClr val="DE911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175504" y="82296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8803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PRACTICAR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3383280"/>
            <a:ext cx="96012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relee el artículo "El centro del tablero" y relaciona sus ideas con este sistema.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Aperturas y Defensas · Lección 11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Ajedrez Integral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Sistema Réti — Aperturas y Defensas</dc:title>
  <dc:subject>Sistema Réti</dc:subject>
  <dc:creator>Ajedrez Integral</dc:creator>
  <cp:lastModifiedBy>Ajedrez Integral</cp:lastModifiedBy>
  <cp:revision>1</cp:revision>
  <dcterms:created xsi:type="dcterms:W3CDTF">2026-09-10T06:21:03Z</dcterms:created>
  <dcterms:modified xsi:type="dcterms:W3CDTF">2026-09-10T06:21:03Z</dcterms:modified>
</cp:coreProperties>
</file>