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ROMPE EL ESTANCAMIENTO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7 · La cabeza en la partida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El conformismo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Aceptar tablas en una posición mejor, conformarse con ganar un peón cuando había mate: también se pierde por quedarse corto.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conformismo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El conformismo es quedarse con lo primero que alcanza. Se ve una jugada que gana un peón y se juega, aunque al lado hubiera una que ganaba la partida. Se llega a una posición cómoda y se ofrecen tablas, aunque el rival es quien tiene los problemas. Se juega «para no perder» contra alguien de más Elo, y se le regala la iniciativa.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conformismo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No es lo mismo que la prudencia. Prudencia es elegir lo seguro cuando lo ambicioso es dudoso; conformismo es elegir lo seguro cuando lo ambicioso es claramente mejor, por comodidad. La diferencia se nota en el análisis posterior: el conformista encuentra muchas jugadas «que también ganaban más».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El conformismo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Para combatirlo, cuando encuentres una buena jugada pregúntate si hay algo más fuerte, especialmente si tu rival tiene el rey expuesto o sus piezas descoordinadas. Y en las posiciones mejores, sigue jugando: la mayoría de las partidas ganadas se ganan por insistir en posiciones que el rival ya creía empatadas.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Revisa diez partidas con el motor buscando momentos en los que ganaste algo pero había una jugada mucho más fuerte. Anota si fue por no verla o por no buscarla.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Rompe el estancamiento · Lección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