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IDEAS QUE GANAN PARTIDAS</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El ataque al rey enrocado</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Cuándo se puede atacar al rey</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 ataque al enroque no se decide por ganas: se decide contando cuántas piezas tuyas llegan y cuántas del rival defienden.</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Cuándo se puede atacar al rey</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enroque protege al rey con tres peones y, casi siempre, con un caballo en f6 (f3) y algún alfil. Atacar esa posición con dos piezas contra cuatro defensores es regalar tiempo: el ataque se apaga y las piezas que fueron a atacar quedan lejos de todo lo demás. La pregunta antes de lanzarse no es si el rey rival se ve débil, sino si tienes más fuerzas cerca de él que las que el rival puede traer a tiempo.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Cuándo se puede atacar al rey</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Cuenta así: las piezas que en una o dos jugadas pueden atacar las casillas vecinas del rey, contra las que pueden defenderlas en el mismo tiempo. Si la cuenta te favorece, el ataque tiene sentido y muchas veces hay un golpe que lo resuelve. Si no, primero hay que traer más piezas o alejar a los defensores: cambiar el caballo de f6, desviar un alfil, ocupar una columna que lleve al rey.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Cuándo se puede atacar al rey</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señales que invitan a atacar se repiten: un caballo defensor que se fue, peones del enroque que avanzaron, la dama rival lejos, piezas propias apuntando al flanco del rey. Cuando se juntan dos o tres, conviene buscar con cuidado, porque casi siempre hay algo concreto.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tus próximas cinco partidas, cada vez que pienses en atacar al rey, cuenta en voz baja atacantes y defensores antes de mover. Anota cuántas veces la cuenta te daba ventaja y cuántas atacaste igual.</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Ideas que ganan partidas · Lección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