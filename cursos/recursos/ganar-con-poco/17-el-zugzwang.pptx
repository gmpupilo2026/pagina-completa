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17</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GANAR CON POCO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4 · Cambiar para ganar</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El zugzwang</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A veces la mejor jugada es no hacer nada: dejar que el rival tenga que mover y empeorar su posición.</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zugzwang</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Zugzwang es una palabra alemana para una situación muy ajedrecística: el bando que mueve está obligado a hacerlo, y cualquier jugada lo empeora. Si pudiera pasar el turno, aguantaría; como no puede, pierde. Pasa sobre todo en los finales, cuando quedan pocas piezas y cada una cumple una sola función.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zugzwang</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zugzwang es la herramienta más fina para cobrar una ventaja pequeña. Cuando el rival está defendiendo todo con lo justo, no hace falta atacar más: basta con hacer una jugada que no cambie nada y dejar que él tenga que mover una pieza que estaba defendiendo algo. Las jugadas de espera, la oposición entre los reyes y la triangulación son sus formas más comunes.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zugzwang</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verlo hay que preguntarse no solo qué quiero hacer yo, sino qué haría el rival si le tocara mover. Si la respuesta es «nada bueno», la jugada correcta puede ser la más tranquila del tablero.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Estudia tres posiciones de oposición entre reyes en finales de peones hasta que puedas explicarlas sin mirar. Después busca en tus partidas un final donde una jugada de espera habría ganado.</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Ganar con poco · Lección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