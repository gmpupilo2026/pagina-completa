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Las piezas en el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torre activa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torre que ataca vale más que un peón: por eso se entrega material para activarla.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activa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los finales de torres —que son la mitad de los finales que se juegan— la actividad pesa más que el material. Una torre metida en la séptima fila, comiendo peones y molestando al rey, suele valer más que el peón que costó llegar ahí. Una torre pasiva, cuidando un peón desde atrás, no vale casi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activa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 ahí sale la regla más rentable del final de torres: si tienes que elegir entre defender un peón con la torre o dejarlo y activarla, casi siempre conviene activarla. Muchos finales que parecen perdidos por un peón se salvan porque la torre del que va abajo es la que juega.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activa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corolario para el que va arriba: no conviertas tu torre en niñera. Si defender el peón te deja la torre clavada a una casilla, mejor busca devolverlo en el momento que te compra actividad.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cinco finales de torres un peón abajo contra el motor, con la consigna de activar la torre en vez de defender. Anota cuántos salvaste.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