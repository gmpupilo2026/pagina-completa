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IDEAS QUE GANAN PARTIDAS</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El rey en el centro y los enroques opuestos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punto débil de f7</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Al empezar la partida, f7 (f2) solo lo defiende el rey. Es la casilla que más golpes recibe en la apertura.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punto débil de f7</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la posición inicial, el peón de f7 está protegido solamente por el rey. Por eso las primeras amenazas de mate de la historia —el mate del pastor, el ataque con el alfil en c4 y el caballo en g5— apuntan ahí. Con el paso de las jugadas el punto se defiende mejor, pero mientras el rey no enroca sigue siendo un blanco.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punto débil de f7</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Los golpes en f7 suelen tener dos formas: un sacrificio de alfil o de caballo que saca al rey de su casa y lo deja en medio del tablero, o una doble amenaza en la que f7 es uno de los dos objetivos. En ambos casos el atacante necesita que la dama o una torre pueda seguir rápido.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punto débil de f7</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el que defiende, la regla es mirar f7 cada vez que una pieza rival lo ataca de nuevo: contar atacantes y defensores ahí es tan importante como mirar el centro.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diez partidas rápidas con la consigna de mirar f7 (o f2) antes de cada jugada de la apertura. Anota cuántas veces el rival lo atacó y cuántas lo tuviste en cuenta.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Ideas que ganan partidas · Lección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