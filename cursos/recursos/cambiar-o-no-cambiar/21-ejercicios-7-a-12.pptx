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Ejercicios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Ejercicios 7 a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Seis posiciones más: aceptar o rechazar un cambio, ganar un peón a cambio de la pareja de alfiles, cambiar la mejor pieza propia.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Ejercicios 7 a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Sigue con el mismo método: primero las piezas que quedan, después a quién le conviene, después la jugada. Fíjate en que varios de estos ejercicios no tienen una sola jugada que gana: piden elegir entre dos planes razonables, y lo que cuenta es la razón.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Para cada ejercicio, escribe qué regla del curso se aplica y si hay alguna razón para romperla.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