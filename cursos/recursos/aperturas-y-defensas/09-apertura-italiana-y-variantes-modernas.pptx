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Lección 9 del curso Aperturas y Defensas. De la clásica a las líneas que se juegan hoy en torneos.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F33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>
              <a:alpha val="7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A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AJEDREZ INTEGRAL  ·  APERTURAS Y DEFENSAS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 · Aperturas semiabiertas y de flanco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Apertura Italiana y variantes modernas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clásica a las líneas que se juegan hoy en torneos.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7D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ajedrez-integral.com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A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♟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DE9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CONCEPTO CLAVE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Apertura Italiana y variantes modernas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11064240" cy="4297680"/>
          </a:xfrm>
          <a:prstGeom prst="rect">
            <a:avLst>
              <a:gd name="adj" fmla="val 2553"/>
            </a:avLst>
          </a:prstGeom>
          <a:solidFill>
            <a:srgbClr val="F0F4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1.e4 e5 2.Nf3 Nc6 3.Bc4 apunta directamente a f7.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línea moderna "Giuoco Pianissimo" (3...Bc5 4.c3 Nf6 5.d3) prioriza una lucha posicional lenta, mientras variantes como el Ataque Fried Liver buscan un asalto táctico inmediato sobre f7.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02A43"/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>
              <a:alpha val="8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A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PRACTICAR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juega la misma posición inicial 3 veces, probando un enfoque táctico y dos posicionales, y compara resultados.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Aperturas y Defensas · Lección 9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Ajedrez Integral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Apertura Italiana y variantes modernas — Aperturas y Defensas</dc:title>
  <dc:subject>Apertura Italiana y variantes modernas</dc:subject>
  <dc:creator>Ajedrez Integral</dc:creator>
  <cp:lastModifiedBy>Ajedrez Integral</cp:lastModifiedBy>
  <cp:revision>1</cp:revision>
  <dcterms:created xsi:type="dcterms:W3CDTF">2026-09-10T06:21:03Z</dcterms:created>
  <dcterms:modified xsi:type="dcterms:W3CDTF">2026-09-10T06:21:03Z</dcterms:modified>
</cp:coreProperties>
</file>