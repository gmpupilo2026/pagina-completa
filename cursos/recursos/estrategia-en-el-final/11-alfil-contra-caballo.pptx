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ESTRATEGIA EN EL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Las piezas en el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Alfil contra caballo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Cuál de los dos manda depende de la estructura, no del gusto de cada quien.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Alfil contra caballo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alfil es mejor cuando hay peones en los dos flancos y la posición está abierta: llega de un lado al otro en una jugada y el caballo necesita tres. El caballo es mejor cuando la posición está trabada y tiene una casilla fuerte donde plantarse, sobre todo si los peones rivales están en su mismo color.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Alfil contra caballo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De ahí sale la decisión práctica más común del final: qué estructura dejas cuando cambias. Si te quedas con el alfil, busca abrir y poner tus peones en el color contrario al tuyo. Si te quedas con el caballo, traba la posición y busca el puesto avanzado.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Alfil contra caballo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Y el caso más rentable de todos: el alfil malo propio. Si tus peones están clavados en las casillas de tu alfil, ese alfil es un peón grande — cámbialo aunque cueste un tiempo, o cambia los peones que lo tapan.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Busca en tus partidas un final de alfil contra caballo. Cuenta en qué color estaban los peones y decide, con lo de esta lección, si el cambio que hiciste te convenía.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Estrategia en el final · Lección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