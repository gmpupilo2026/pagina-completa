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Cambiar hacia un final de peones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Cambiar la última pieza para entrar en un final de peones es una decisión que no tiene vuelta atrás. Aprende a contar antes de hacerlo.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hacia un final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final de peones es el más exacto del ajedrez: casi siempre está ganado o hecho tablas, sin término medio. Por eso cambiar la última pieza que queda es una de las decisiones más importantes de una partida. Si el final de peones resultante está ganado, el cambio resuelve todo de un golpe; si no lo está, puedes estar regalando una ventaja que con piezas se habría impuesto. No hay forma de corregir después.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hacia un final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 que decide un final de peones se puede contar: quién tiene el rey más activo y más cerca del centro, quién tiene un peón pasado o una mayoría que lo puede crear, quién tiene un peón pasado más alejado que desvíe al rey rival, y quién gana la oposición en el momento clave. También importa quién tiene jugadas de espera con los peones. Si al cambiar todas esas cuentas te favorecen, el cambio es una buena señal.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hacia un final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cambiar, calcula la carrera concreta: cuántas jugadas necesita cada peón para coronar, si el rey rival entra en el cuadrado, qué pasa con los peones del otro flanco. El error típico es cambiar por comodidad, pensando que menos piezas es más fácil, y descubrir que el rey rival llega primero. El error contrario también es común: no cambiar por miedo y dejar escapar un final de peones que se ganaba solo.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 momento en que quedaba una sola pieza por bando. Monta el final de peones que habría salido al cambiarla y juégalo contra el motor o un compañero desde los dos lados.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