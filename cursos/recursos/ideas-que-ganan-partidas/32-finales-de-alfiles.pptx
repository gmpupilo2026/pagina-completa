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Los finales que hay que saber</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Finales de alfiles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Con alfiles del mismo color, el rey y los peones deciden. Con alfiles de distinto color, las tablas se acercan.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finales de alfiles tienen dos caras. Cuando los alfiles son del mismo color, pelean por las mismas casillas, y gana quien tenga el rey más activo y los peones mejor puestos: en las casillas del color contrario al de su alfil, para que el alfil los complemente. Un peón de más suele alcanzar para ganar.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los alfiles son de distinto color, cada uno domina casillas que el otro no puede tocar, y el bando que defiende puede bloquear los peones rivales en casillas de su color. Por eso incluso con dos peones de menos muchas veces son tablas. El atacante necesita peones pasados en los dos flancos, bien separados.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Saber de cuál de los dos tipos es el final que tienes delante es lo primero: cambia todo el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contra la computadora dos finales de alfiles, uno del mismo color y otro de distinto color, con un peón de ventaja. Anota qué plan usaste en cada uno y cuál pudiste ganar.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