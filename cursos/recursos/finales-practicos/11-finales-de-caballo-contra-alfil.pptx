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11 del curso Finales Prácticos. Las ventajas y debilidades de cada pieza en el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Finales de piezas menores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caballo contra alfil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ventajas y debilidades de cada pieza en el final.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caballo contra alfil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alfil es superior en posiciones abiertas con peones en ambos flancos (más alcance a larga distancia); el caballo es superior en posiciones cerradas o con peones fijos en un solo flanco, donde puede saltar a casillas que el alfil no controla.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2 finales de caballo contra alfil: uno con peones en ambos flancos y otro con peones en un solo flanco, y compara el resultado.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caballo contra alfil — Finales Prácticos</dc:title>
  <dc:subject>Finales de caballo contra alfil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