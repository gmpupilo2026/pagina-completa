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La coordinación de las piezas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Las partidas abiertas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Después de 1.e4 e5 el juego se abre rápido. Aprende las ideas que comparten la Italiana, la Española, la Escocesa y sus parientes.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Las partidas abiertas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Se llaman partidas abiertas las que empiezan con 1.e4 e5. En ellas el centro suele abrirse pronto, las piezas salen con rapidez y la táctica aparece desde las primeras jugadas. Las más jugadas son la Italiana, con el alfil en c4 apuntando a f7; la Española, con el alfil en b5 presionando el caballo que defiende e5; la Escocesa, que abre el centro de inmediato con d4; y la defensa Petrov, en la que las negras contraatacan el peón de e4.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Las partidas abiertas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Las ideas que se repiten son pocas y valen para todas. El punto f7, y f2 para las blancas, es el más débil al inicio porque solo lo defiende el rey. El avance d4 de las blancas, o d5 de las negras, es la ruptura que decide quién manda en el centro. Enrocar pronto importa más que en otras aperturas, porque las columnas se abren rápido. Y cada tiempo cuenta: mover dos veces la misma pieza puede costar caro.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Las partidas abiertas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error típico de nivel de club es memorizar jugadas sin saber para qué sirven y quedarse sin ideas en cuanto el rival se sale del libro. Es mejor conocer bien una apertura con sus planes que diez a medias. Aprende qué estructura de peones suele salir, adónde van tus piezas y qué trampa típica hay que evitar. Si juegas con negras, decide primero si quieres aguantar el centro con d6 o disputarlo con d5.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Elige una sola partida abierta para tus blancas y otra respuesta a 1.e4 e5 para tus negras. Juega diez partidas rápidas con cada una y, al terminar, revisa en qué jugada saliste de lo que sabías.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