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El rey en el centro y los enroques opuestos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Defenderse a tiempo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No todo ataque se gana atacando. A veces la jugada buena es la que para la amenaza del rival antes de que exista.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Defenderse a tiempo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Saber atacar sin saber defender es jugar la mitad del ajedrez. Cuando el rival amenaza algo, la primera pregunta no es cómo seguir con lo propio, sino qué pasa si no se hace nada. Muchas partidas se pierden por no hacerse esa pregunta una sola vez.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Defenderse a tiempo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defensa buena casi nunca es pasiva. La jugada que para la amenaza y al mismo tiempo trae una pieza al juego, o cambia al atacante más peligroso, o crea una amenaza propia, vale el doble. Y en las posiciones de ataque mutuo, defender con un tiempo puede dar vuelta la carrera.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Defenderse a tiempo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estas posiciones suele haber una sola jugada que aguanta. Encontrarla pide jugar primero por el rival: ver su amenaza entera, hasta el final, y recién después buscar cómo pararla.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Antes de cada jugada de tu próxima partida lenta, escribe en la planilla, con una letra, qué amenaza el rival (o una raya si no amenaza nada). Al final, revisa cuántas veces la viste a tiempo.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