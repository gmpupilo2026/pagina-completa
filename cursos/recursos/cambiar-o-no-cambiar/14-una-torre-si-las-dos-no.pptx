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14</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CAMBIAR O NO CAMBIAR</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3 · Damas y torres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Una torre sí, las dos no</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Cambiar las cuatro torres suele llevar a tablas; cambiar una pareja y conservar la otra deja juego para ganar.</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Una torre sí, las dos no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una posición pareja con torres en una columna abierta, lo natural es cambiarlas. Pero si cambias las dos parejas, muchas veces te quedas sin forma de crear amenazas. Cambiar una sola, y llevar la que queda a otra columna o a otro flanco, mantiene la partida viva.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Una torre sí, las dos no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También importa con qué se recaptura. Recapturar con el rey en vez de con la otra torre activa al rey y deja libre la torre para buscar otra vía de entrada.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Una torre sí, las dos no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Alexander Alekhine, contra Znosko Borovsky, cambió una pareja de torres en la columna d, tapó esa columna con su rey en e6 y usó la torre que le quedaba en el flanco de rey. Kasparov, contra Anand, recapturó con el rey en d1 y llevó su torre a la columna a para atacar el peón de b6.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tus finales con torres, cuando cambies una pareja, anota qué hizo la torre que quedó en las diez jugadas siguientes. Si no hizo nada, la segunda pareja tal vez se tenía que cambiar también, o la primera no.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Cambiar o no cambiar · Lección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