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Cálculo y visualización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Defender lo difícil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Defender también se calcula: buscar la única jugada, el contraataque o el sacrificio que salva, en vez de esperar el golpe.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Defender lo difícil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jugadores de club calculan mucho mejor cuando atacan que cuando defienden. Defendiendo, se tiende a la pasividad: se mueve el rey a una esquina, se tapan los jaques uno por uno, y se espera. El cálculo se apaga justo cuando más hace falta, porque en una posición defensiva hay pocas jugadas buenas y muchas que pierden.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Defender lo difícil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Defender bien es buscar activamente. Las armas del defensor son el contraataque (una amenaza propia que obliga al rival a detenerse), el cambio de las piezas atacantes, la devolución de material para quitar la iniciativa y, a veces, la jugada tranquila que cubre todo. Ninguna aparece si uno se limita a reaccionar.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Defender lo difícil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método útil: cuando el rival te ataca, haz la lista de sus amenazas concretas, y después busca la jugada que para la más grave y además hace algo. Si ninguna jugada para todas, busca la que obliga al rival a responder: un jaque, una amenaza a su rey o a una pieza. Mientras el rival tenga que contestar, no está atacando.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desde posiciones peores contra el motor del sitio (Práctica, con ventaja para el motor) y fíjate en cuántas jugadas defensivas fueron activas y cuántas pasivas. Busca después con el análisis si había defensas más activas.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