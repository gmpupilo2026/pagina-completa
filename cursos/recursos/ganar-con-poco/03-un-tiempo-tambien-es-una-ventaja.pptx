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3</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Ver lo que no se ve</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Un tiempo también es una ventaja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jugada de más, en el momento justo, vale tanto como un peón: decide quién llega primero.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 tiempo también es una ventaja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la apertura un tiempo es una pieza más desarrollada. En el final, un tiempo es el rey que llega primero a la casilla clave o el peón que corona antes. En el medio juego, un tiempo es poder hacer tu plan una jugada antes de que el rival haga el suyo. Por eso los jugadores fuertes cuidan los tiempos como cuidan el material.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 tiempo también es una ventaja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Se pierden tiempos de muchas formas: moviendo dos veces la misma pieza sin necesidad, atacando una pieza que igual quería moverse, jugando una amenaza que el rival contesta mejorando su posición. Cada una de esas jugadas parece inofensiva; juntas, le regalan al rival la iniciativa.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Un tiempo también es una ventaja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Antes de una jugada que «gana un tiempo» conviene preguntarse si de verdad lo gana: si la pieza atacada se va a una casilla mejor, el tiempo lo ganó el rival. Y antes de una jugada lenta, la pregunta es la contraria: ¿qué hace el rival con la jugada que le das?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Analiza una partida tuya y marca las jugadas que no hicieron nada: piezas que fueron y volvieron, amenazas que el rival contestó mejorando. Cuéntalas. Si son más de tres, en la próxima partida pregúntate antes de cada jugada qué mejora.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