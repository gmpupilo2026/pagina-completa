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Leyes del Ajedrez: la partida y el acto de mover (art. 1-5)</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Jaque, jaque mate, ahogado y posición muerta: lo que termina la partida sin que nadie reclame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artículo 5 y los cuatro finales que se producen solos, sin que el árbitro tenga que decidir nada — solo reconocerlos.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Jaque, jaque mate, ahogado y posición muerta: lo que termina la partida sin que nadie reclame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artículo 5 define cuatro finales de partida que ocurren automáticamente, en el momento en que se producen: el rey en jaque sin jugada legal es jaque mate (5.1), ningún jugador en jaque sin jugada legal es ahogado (5.2.a), la posición donde ningún bando puede dar jaque mate con ninguna secuencia de jugadas legales es posición muerta (5.2.b), y el mutuo acuerdo de tablas durante la partida (5.2.c). Ninguno de los cuatro necesita que un jugador "reclame": la partida terminó en ese instante, y quien arbitra solo tiene que confirmarlo si se lo preguntan.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Jaque, jaque mate, ahogado y posición muerta: lo que termina la partida sin que nadie reclame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posición muerta es la que más se confunde con los reclamos de tablas de los artículos 9.2 y 9.3 (repetición y 50 jugadas), que sí hay que reclamar. Rey y alfil contra rey solo, por ejemplo, es posición muerta apenas queda ese material sobre el tablero — no hace falta esperar a que nadie mueva ni a que alguien lo pida.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Jaque, jaque mate, ahogado y posición muerta: lo que termina la partida sin que nadie reclame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error frecuente en torneos escolares es tratar el ahogado como si fuera una falta del jugador que "se dejó ahogar": el artículo 5.2.a no juzga cómo se llegó ahí, solo describe la posición. Explicarlo así, sin adjetivos, es parte de que un reclamo de mate mal cantado no se convierta en una discusión sobre quién jugó mal.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Jaque, jaque mate, ahogado y posición muerta: lo que termina la partida sin que nadie reclame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Distinguir estos cuatro finales en voz alta, sin dudar, es la base de la que dependen los artículos siguientes: un reclamo de jugada ilegal (art. 7) o de tiempo (art. 6) presupone que la partida sigue en curso, así que confirmar primero que no terminó sola es el primer paso de cualquier intervención en la mesa.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Con un juego de diagramas armados a propósito, identificar en voz alta cuál de los cuatro finales del artículo 5 corresponde a cada uno (incluyendo al menos una posición muerta que no sea la clásica de rey y alfil), y explicar por qué no hace falta ningún reclamo para que la partida haya terminado.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