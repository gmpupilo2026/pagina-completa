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Jugar con un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Un plan concreto, no una intención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«Atacar en el flanco de rey» no es un plan: es un deseo. Un plan dice con qué piezas, por qué casillas y con qué ruptura.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 plan concreto, no una intención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Muchos jugadores creen que tienen un plan cuando tienen una intención. «Voy a atacar», «quiero jugar en el centro», «tengo que mejorar mis piezas». Todo eso es cierto y no sirve para elegir una jugada. La señal de que el plan es demasiado vago es que después de decirlo sigues sin saber qué pieza mover.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 plan concreto, no una intención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plan concreto contesta tres preguntas: cuál es el objetivo (una casilla, un peón débil, el rey rival, una columna), qué piezas van a trabajar sobre él y en qué orden llegan. «Llevar el caballo de f3 a f5 por h4, poner la dama en g4 y después abrir con h4-h5» es un plan: se puede ejecutar, y también se puede comprobar si el rival lo puede parar.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 plan concreto, no una intención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concreto tiene otra ventaja: se puede revisar. Si el rival juega …g6 y el caballo ya no llega a f5, el plan se corrige con una nueva casilla, no se abandona. Con una intención vaga no se nota cuándo dejó de funcionar, y se sigue jugando como si nada hubiera cambiado.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cinco partidas, cada vez que formules un plan, escríbelo en la planilla al lado de la jugada con una sola línea: objetivo, piezas y orden. Al terminar, revisa cuántos planes llegaste a cumplir y por qué se cortaron los demás.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