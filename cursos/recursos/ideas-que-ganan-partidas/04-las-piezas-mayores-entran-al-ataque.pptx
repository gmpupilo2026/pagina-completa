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El ataque al rey enrocado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Las piezas mayores entran al ataque</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Los ataques se preparan con piezas menores y peones, pero los mates los dan casi siempre la dama y las torres.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piezas mayores entran al ataque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el ataque al rey cada pieza tiene su trabajo. Los peones abren líneas, los caballos y alfiles fuerzan debilidades, y al final son la dama y las torres las que entran por la columna o la fila que quedó abierta. Un ataque con piezas menores solamente rara vez termina en mate: sirve para preparar, no para rematar.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piezas mayores entran al ataque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Por eso el momento clave del ataque es cuando las piezas mayores llegan al flanco del rey. Una torre que pasa por la tercera fila (la sexta si juegas con negras) para ir a la columna g o h, una dama que se suma a la diagonal, dos torres dobladas en una columna que se acaba de abrir. Cuando eso pasa, la defensa tiene muy pocas jugadas.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piezas mayores entran al ataque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Antes de atacar, entonces, pregúntate por dónde van a entrar la dama y las torres. Si no hay una columna, fila o diagonal que las lleve al rey, el ataque todavía no está listo, por más amenazas que veas.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partidas de ataque, marca en qué jugada entró por primera vez una pieza mayor al flanco del rey. Fíjate si antes de eso el ataque ya era peligroso o solo parecía serlo.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