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Jugar con un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Plan o jugada a jugada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Quien juega jugada a jugada reacciona; quien tiene un plan decide. La diferencia se nota en el medio juego, cuando no hay nada forzado.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Plan o jugada a jugada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Jugar jugada a jugada es mirar la posición, buscar una jugada que parezca razonable y hacerla, sin preguntarse hacia dónde va la partida. Funciona mientras hay amenazas concretas: un jaque, una pieza atacada, un cambio obligado. Pero en cuanto la posición se tranquiliza, quien no tiene un plan empieza a mover piezas de un lado a otro, y cada jugada «razonable» deja la posición un poco peor que la anterior.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Plan o jugada a jugada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plan es una idea que une varias jugadas: llevar un caballo a una casilla fuerte, preparar una ruptura de peón, doblar torres en una columna abierta, atacar una debilidad. No hace falta que sea brillante; hace falta que exista. Un plan mediocre bien ejecutado le gana casi siempre a una colección de buenas jugadas sueltas, porque cada jugada del plan suma a la anterior.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Plan o jugada a jugada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forma de entrenarlo es simple y molesta: antes de cada jugada en una posición tranquila, di en voz baja qué quieres conseguir en las próximas tres o cuatro jugadas. Si no puedes decirlo, todavía no tienes plan, y lo primero es buscarlo: qué pieza está peor, qué debilidad tiene el rival, qué ruptura te abre el juego. Recién entonces se elige la jugada.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Toma tres partidas tuyas de ritmo lento y marca las jugadas en las que la posición estaba tranquila. En cada una, escribe qué plan tenías. Si en más de la mitad no puedes escribir nada, este es tu primer error a corregir.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