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51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sacrificio de dama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Entregar la pieza más fuerte parece una locura, pero a veces es la única forma de dar mate o coronar. Aprende cuándo vale la pena.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sacrificio de dama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dama es la pieza más valiosa, y precisamente por eso el rival casi nunca espera que la entregues. Un sacrificio de dama tiene sentido cuando lo que viene después es forzado: un mate, una coronación o la recuperación de más material del que se dio. No es un acto de valentía sino de cálculo. Si la secuencia no está forzada hasta el final, la dama entregada es solo una dama perdida.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sacrificio de dama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suelen ser las mismas que en cualquier combinación de mate, pero más extremas: el rey rival rodeado de sus propias piezas, sin casillas de escape; varias piezas tuyas cerca de él esperando que se abra una línea; una sola pieza defensora que lo sostiene todo. Si ves que la dama es la única pieza que puede desviar o eliminar a ese defensor, pregúntate qué pasa si la entregas. Muchas veces la dama atrae al rey o a una pieza a una casilla fatal.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sacrificio de dama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regla de trabajo es calcular primero la variante sin la dama, como si ya no estuviera. Si las piezas que quedan dan mate o ganan de forma clara, el sacrificio sirve. El error típico es enamorarse de la idea y no mirar las defensas que no capturan la dama: una jugada intermedia, un jaque del rival o una pieza que se interpone. Revisa siempre qué pasa si el rival no acepta el regalo.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Resuelve diez ejercicios de sacrificio de dama sin mover piezas. Antes de mirar la solución, escribe la línea completa hasta el mate o la ganancia de material, y compara.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