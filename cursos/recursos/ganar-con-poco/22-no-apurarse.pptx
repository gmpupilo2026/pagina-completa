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6 · Paciencia y defensa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No apurarse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Una ventaja pequeña no se pierde por esperar: se pierde por querer cobrarla antes de tiempo.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No apurarse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Es la tentación más común cuando se tiene algo de ventaja: forzar las cosas, abrir la posición, ir a buscar el punto ya. Pero una ventaja pequeña no suele aguantar una apertura apresurada; lo que hace es abrirle líneas también al rival, y la ventaja se diluye en el caos.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No apurarse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Los jugadores con técnica hacen lo contrario: mejoran todas sus piezas antes de abrir. Si el rival no puede hacer nada útil, no hay prisa; cada jugada de mejora suma, y cuando todas las piezas están en su mejor lugar, la ruptura llega con mucha más fuerza. Se dice que cuando el rival no tiene contrajuego, no hay que apurarse.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No apurarse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señal para saber si puedes esperar es mirar al rival: si no tiene ningún plan activo, tu ventaja no se va a ir. Si tiene un plan que va a funcionar en tres jugadas, entonces sí hay que actuar. Esperar no es quedarse quieto: es elegir el momento.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una partida tuya donde tuviste ventaja y la perdiste, busca la jugada en la que abriste la posición o cambiaste de plan. ¿Tenía el rival algún contrajuego en ese momento? Si no, escribe qué piezas tuyas podías mejorar antes.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