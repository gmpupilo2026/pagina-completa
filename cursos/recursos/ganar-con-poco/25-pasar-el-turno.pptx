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Paciencia y defensa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Pasar el turno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las posiciones muy tensas, una jugada de espera puede ser la más fuerte del tablero.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el turno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posiciones en que los dos bandos están en equilibrio frágil: cada pieza tiene una tarea, y quien mueve primero algo importante pierde. En esas posiciones la mejor jugada no es la más activa, sino la que no cambia nada: un peón de un paso, un rey que va y vuelve, una torre que se corre una casilla sin dejar de hacer su trabajo.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el turno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 la idea del zugzwang aplicada a la técnica: si tus piezas están bien y las del rival también, pero el rival tiene menos jugadas útiles, una jugada de espera lo obliga a romper su propia posición. Los jugadores impacientes nunca encuentran estas jugadas, porque buscan siempre algo que hacer.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el turno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reconocer el momento, mira las jugadas que le quedan al rival: si todas las útiles empeoran algo, tu tarea es solo no estropear lo tuyo y darle el turno.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Estudia la idea de la triangulación del rey en los finales de peones: busca un ejemplo y explícalo en voz alta. Después busca en tus partidas una posición donde una jugada de espera habría puesto al rival en apuros.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