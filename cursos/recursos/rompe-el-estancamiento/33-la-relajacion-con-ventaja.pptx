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33</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ROMPE EL ESTANCAMIENTO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7 · La cabeza en la partida</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La relajación con ventaja</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La partida no se gana cuando se consigue la ventaja: se gana cuando se termina. Relajarse antes es la forma más dolorosa de perder.</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relajación con ventaja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Cuando se consigue una ventaja grande, algo en la cabeza se apaga. Se empieza a jugar más rápido, se calcula menos, se piensa en el resultado y en la siguiente ronda. Y es justo el momento en que el rival, que ya no tiene nada que perder, empieza a buscar trucos. Muchas posiciones ganadas se pierden ahí, por una jugada hecha con la cabeza en otra parte.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relajación con ventaja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relajación tiene un patrón: se juega la jugada obvia sin mirar la respuesta del rival, se deja una pieza sin defender porque «ya está ganado», se olvida el contraataque contra el propio rey. El rival no necesita jugar bien; solo necesita que tú dejes de hacerlo durante una jugada.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relajación con ventaja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solución es tratar la posición ganada como una tarea nueva, con su propio plan: quitar el contrajuego, cambiar las piezas activas del rival, cuidar el propio rey, y recién después avanzar. Y seguir revisando, en cada jugada, qué amenaza el rival. La partida termina cuando el rival abandona, no antes.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Busca en tus partidas una ventaja grande que no se convirtió. Marca la jugada exacta en que la ventaja empezó a bajar y anota qué estabas pensando en ese momento, si lo recuerdas.</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Rompe el estancamiento · Lección 33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