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Los peones mandan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peón pasado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Crearlo, empujarlo y, sobre todo, usarlo para distraer: el peón pasado casi nunca gana solo.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pasado no tiene peones rivales delante ni en las columnas vecinas: solo lo frenan las piezas. Por eso vale tanto en el final — obliga al rival a dejar una pieza cuidándolo, y una pieza amarrada a un peón es una pieza de menos en el resto del tablero.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mayoría de los finales no se ganan coronando: se ganan con el peón pasado como señuelo. Mientras la torre rival lo vigila, el rey propio se come el otro flanco. Nimzowitsch lo dijo mejor que nadie: al peón pasado hay que frenarlo, bloquearlo y recién después capturarlo.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una advertencia práctica: el peón pasado se empuja cuando está apoyado, no cuando se puede. Un peón que avanza solo hasta la sexta suele terminar perdido; uno que avanza con el rey atrás y una torre debajo, corona o cuesta una pieza.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cinco finales con un peón pasado de ventaja contra el motor. En cada uno, anota si ganaste coronando o ganando material en el otro flanco.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