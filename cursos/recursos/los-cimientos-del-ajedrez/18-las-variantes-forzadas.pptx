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18</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Las variantes forzadas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Jaques, capturas y amenazas reducen las respuestas del rival y permiten calcular lejos. Aprende a seguir una línea forzada hasta el final.</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variantes forzadas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variante forzada es una serie de jugadas en la que el rival no tiene opciones reales: cada jugada tuya es un jaque, una captura que hay que devolver o una amenaza tan grande que solo admite una respuesta. Son las líneas que se pueden calcular con seguridad, porque el árbol de posibilidades casi no se ramifica. Por eso los entrenadores repiten el orden de búsqueda: primero los jaques, después las capturas, después las amenazas.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variantes forzadas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Una posición pide cálculo forzado cuando hay piezas colgando, reyes expuestos o cambios en el aire. En esas posiciones, la evaluación general sirve poco: lo que decide son las jugadas concretas. La señal más fácil de reconocer es una cadena de capturas en una misma casilla; ahí hay que contar atacantes y defensores y seguir los cambios hasta que no quede nada que capturar. Otra es una serie de jaques que lleva al rey a una casilla mala.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Las variantes forzadas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método es seguir la línea hasta que la posición quede tranquila, sin capturas ni jaques pendientes, y solo entonces evaluar. El error típico es detenerse una jugada antes, justo cuando el rival tenía una captura de vuelta o un jaque intermedio. Otro error es incluir en la línea una jugada que no es forzada y calcular como si el rival tuviera que contestar lo que tú quieres. Si una jugada del rival tiene alternativas, revísalas.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tres ejercicios tácticos, escribe la línea completa hasta que no queden capturas ni jaques. Al final, anota quién va mejor y por qué, y compara con la solución.</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