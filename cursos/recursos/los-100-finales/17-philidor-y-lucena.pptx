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0B429"/>
                </a:solidFill>
                <a:latin typeface="Calibri"/>
              </a:rPr>
              <a:t>Los 100 finales que hay que conocer  ·  Bloque 5: Finales de torre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Georgia"/>
              </a:rPr>
              <a:t>Lección 17
Philidor, Lucena y el lado largo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F0F4F8"/>
                </a:solidFill>
                <a:latin typeface="Calibri"/>
              </a:rPr>
              <a:t>Finales 52 a 55 · 5 posiciones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0B429"/>
                </a:solidFill>
                <a:latin typeface="Calibri"/>
              </a:rPr>
              <a:t>Ajedrez Integral · Oscar Angulo Cubero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Objetivo de la lección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9431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Dominar las dos posiciones madre del final de torre: la defensa Philidor y el puente de Lucena, más el lado largo y la defensa de primera fila.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Idea guía: Rey delante del peón y torre en la tercera fila: tablas. Rey en la octava y peón en séptima: puente. Todo lo demás es llevar la partida a una de las dos.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17 · Ajedrez Integral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Contenido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52 · Posición Philidor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53 · Posición Lucena. El puente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54 · El lado largo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55 · Peón de caballo. Defensa de la primera fila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17 · Ajedrez Integral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52 · Posición Philidor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165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La defensa más importante de todos los finales: el rey defensor delante del peón y la torre en la tercera fila, esperando. Cuando el peón avanza a sexta, el rey rival pierde su refugio y la torre pasa a dar jaques por detrás.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83180"/>
            <a:ext cx="10972800" cy="3634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Posición Philidor: rey en la columna del peón (primera o segunda fila) y torre en la tercera fila, que impide el avance del rey rival.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Mantener la torre en tercera hasta que el peón avance; en ese momento la torre va a la octava (o primera) y da jaques por detrás.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Los cambios de torre que puede ofrecer el bando fuerte llevan a finales de peón de tablas.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Si el rey defensor está delante del peón, la mitad del camino a las tablas ya está hecho.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17 · Ajedrez Integral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52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52 · Posición Philidor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La posición Philidor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negras   ·   Tablas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1...Tg6 2.e6 Tg1 3.Rd6 Td1+ 4.Re5 Te1+ 5.Rf6 Tf1+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843784"/>
            <a:ext cx="5486400" cy="32826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1...Tg6! y esperar. Cuando el peón llega a e6, 2...Tg1! prepara los jaques traseros: el rey blanco ya no tiene dónde esconderse.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17 · Ajedrez Integral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53 · Posición Lucena. El puente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El método ganador más frecuente: rey fuerte delante de su peón en séptima y rey defensor alejado. La torre construye un puente en la cuarta fila para cubrir al rey de los jaques.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Con el rey fuerte en octava y el peón en séptima sólo salva la defensa del lado largo; si la torre defensora no está en el lado largo, se pierde.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Método del puente: alejar al rey rival una columna con jaque, colocar la torre en la cuarta fila, salir con el rey y cubrirse con la torre.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El puente funciona con todos los peones excepto el de torre.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17 · Ajedrez Integral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53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53 · Posición Lucena. El puente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La posición Lucena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negras   ·   Ganan blancas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1...Tc2 2.Tf1+ Rg7 3.Tf4 Tc1 4.Re7 Te1+ 5.Rd6 Td1+ 6.Re6 Te1+ 7.Rd5 Td1+ 8.Td4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957430"/>
            <a:ext cx="5486400" cy="316904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2.Tf1+ aleja al rey una columna más; 3.Tf4! prepara el puente. El rey sale y, cuando se acaban los jaques, la torre se interpone.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17 · Ajedrez Integral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53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53 · Posición Lucena. El puente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Diagrama de análisis: el puente listo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negras   ·   Ganan blancas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1...Tc1 2.Re7 Te1+ 3.Rd6 Td1+ 4.Re6 Te1+ 5.Rd5 Td1+ 6.Td4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875134"/>
            <a:ext cx="5486400" cy="32513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Con la torre en f4 el rey blanco sale a e7 y baja por la columna; el último jaque se cubre con Td4.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17 · Ajedrez Integral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54 · El lado largo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Con el peón en séptima y el rey fuerte a su lado, la única defensa es dar jaques laterales desde el lado largo: la torre necesita tres columnas de separación respecto al peón.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Efectividad lejana: la torre necesita tres columnas entre ella y el peón para que sus jaques laterales funcionen.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El rey defensor debe ir al lado corto para dejar el lado largo a su torre.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El único recurso eficaz para no caer en la posición Lucena es el lado largo.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El rey defensor no debe estar en la primera fila: perdería por un jaque de torre en f8.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17 · Ajedrez Integral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54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54 · El lado largo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Jaques desde el lado largo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negras   ·   Tablas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1...Ta8+ 2.Rd7 Ta7+ 3.Rd8 Ta8+ 4.Rc7 Ta7+ 5.Rd6 Ta6+ 6.Rc5 Te6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894729"/>
            <a:ext cx="5486400" cy="3231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Con una columna menos de separación la torre no podría seguir dando jaques. Cuando el rey se aleja demasiado, el peón cae.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17 · Ajedrez Integral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55 · Peón de caballo. Defensa de la primera fila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Con el peón de caballo (y el de torre) hay una defensa alternativa a Philidor todavía más simple: rey delante del peón, torre en la primera fila y esperar.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Defensa de la primera fila: sólo contra peones de caballo y torre; con peones de alfil o centrales el bando fuerte tiene espacio para ganar.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Cuidado con la casilla del rey al recibir jaque: hay que quedarse en el rincón del lado del peón (a8), no ir a c8.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17 · Ajedrez Integral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55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55 · Peón de caballo. Defensa de la primera fila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La defensa de la primera fila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Tablas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1.Ra6 Tc8 2.b6 Tf8 3.Tb7+ Ra8 4.Ta7+ Rb8 5.Th7 Tg8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847702"/>
            <a:ext cx="5486400" cy="3278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Philidor ya es imposible, pero basta con torre en la primera fila y rey delante. 3...Rc8? perdería por 4.Ra7.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17 · Ajedrez Integral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Para practicar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Construí el puente contra el motor cinco veces, cambiando la columna del peón.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En la página del curso cada posición se puede jugar contra el motor (Stockfish) al nivel que elijas; la hoja de ejercicios en PDF reúne las posiciones de esta lección para resolver sin tablero.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063240"/>
            <a:ext cx="10972800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Recorré cada línea principal hasta entender el porqué de cada jugada.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Practicá primero las posiciones clave, después las demás.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Anotá las reglas de cada final con tus palabras.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17 · Ajedrez Integral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