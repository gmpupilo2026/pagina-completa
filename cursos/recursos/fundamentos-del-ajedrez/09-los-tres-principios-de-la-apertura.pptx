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9 del curso Fundamentos del Ajedrez. Centro, desarrollo y seguridad del rey: la base de toda apertura.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Primeros principios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principios de la apertura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Centro, desarrollo y seguridad del rey: la base de toda apertura.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principios de la apertura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aperturas sólidas, sin importar cuán exóticas parezcan, respetan tres principios: ocupar o presionar el centro (casillas d4, e4, d5, e5), desarrollar las piezas rápido (sacar caballos y alfiles antes que mover la misma pieza dos veces), y poner al rey a salvo con el enroque.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tus primeras 10 jugadas cumples los tres principios, es muy difícil que salgas mal parado de la apertura, incluso sin memorizar ninguna línea concreta.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una partida marcando mentalmente en qué jugada cumpliste cada uno de los tres principios.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tres principios de la apertura — Fundamentos del Ajedrez</dc:title>
  <dc:subject>Los tres principios de la apertura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