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Cambiar hacia el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Cambiar para coronar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peón avanzado vale más que su punto: a veces la pieza que hay que cambiar es la que le estorba.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para coronar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peón en sexta o séptima fila ya no vale un punto: vale casi una pieza, porque obliga al rival a tener siempre algo vigilando la casilla de coronación. Muchas veces, la forma más rápida de ganar es cambiar justo esa pieza que vigila, aunque sea la mejor del rival y aunque el cambio parezca desigual.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para coronar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Fíjate en que aquí el cálculo es corto y concreto: si la pieza que bloquea o controla la casilla de coronación desaparece, ¿llega el peón? Si llega, el cambio gana, sin importar si diste una torre por un alfil o la dama por una torre.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para coronar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Y al revés, cuando te defiendes de un peón avanzado, tu pieza bloqueadora es la que menos se cambia. Cuidarla vale más que cualquier peón.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Cada vez que veas un peón pasado en sexta o séptima, sea tuyo o del rival, pregúntate qué pieza lo detiene. Si se cambiara esa pieza, ¿coronaría?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