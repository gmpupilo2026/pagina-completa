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Del patrón al plan</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 séptima fila</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Una torre en la séptima fila ataca peones que no se han movido y encierra al rey. Aprende cuándo entrar y qué hacer con dos torres ahí.</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séptima fila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séptima fila (la segunda, si juegas con negras) es la que más le duele al rival. Ahí están sus peones que todavía no se han movido, que no se pueden defender unos a otros, y detrás está su rey, que queda encerrado en la última fila. Una torre que llega a la séptima ataca peones de lado, ata a las piezas rivales a defenderlos y amenaza con mates en combinación con otras piezas. Dos torres en la séptima suelen ser decisivas: se apoyan entre sí y barren todo lo que encuentran.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séptima fila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para buscar la séptima: tienes una columna abierta que llega hasta ella, la casilla de entrada no la controla ninguna pieza rival y el rival tiene varios peones en su posición inicial. Si el rey rival está en la última fila, la torre en la séptima además le quita casillas, y cualquier jaque de otra pieza puede ser mate. En los finales vale todavía más: una torre activa en la séptima suele pesar más que un peón de ventaja del rival.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 séptima fila</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entrar demasiado pronto. Si la torre llega a la séptima y el rival la echa o la cambia de inmediato, solo perdiste tiempo. Primero se gana la columna, se controla la casilla de entrada y, si se puede, se dobla la otra torre detrás; recién entonces se entra. Ya adentro, antes de comer peones, mira si hay algo más fuerte: un mate con la otra torre, un jaque perpetuo si estás peor o encerrar al rey para que no ayude en el 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con un compañero un final de dos torres contra dos torres con peones iguales y practica llevar una torre a la séptima antes que el rival. Anota cuántas jugadas te costó ganar la columna.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