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23</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GANAR CON POCO</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6 · Paciencia y defensa</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Quitarle el contrajuego</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La mitad de la técnica es impedir lo que el rival quiere hacer. Una ventaja sin contrajuego rival se gana sola.</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Quitarle el contrajuego</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Cuando un bando tiene una ventaja pequeña, el otro casi siempre tiene una sola esperanza: un contrajuego. Puede ser un ataque al rey, un peón pasado propio, una ruptura que abre la posición. Si ese contrajuego desaparece, la ventaja pequeña se vuelve grande, porque el rival queda esperando sin poder hacer nada.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Quitarle el contrajuego</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Por eso los grandes jugadores posicionales dedican muchas jugadas a la profilaxis: preguntarse qué quiere hacer el rival y evitarlo antes de que pase. Puede ser un peón que impide una ruptura, un rey que se aparta de un futuro jaque, una pieza que vuelve a cuidar una casilla. Son jugadas sin brillo que valen muchos puntos.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Quitarle el contrajuego</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La pregunta que hay que entrenar es: si fuera mi rival, ¿qué jugaría ahora? Si la respuesta te preocupa, la mejor jugada probablemente sea impedirlo. Si no te preocupa, entonces sí, sigue con tu plan.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Durante una semana, en cada partida lenta, haz la pregunta de la profilaxis en cada posición tranquila y anota la respuesta. Revisa al final cuántas veces cambió la jugada que ibas a hacer.</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Ganar con poco · Lección 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