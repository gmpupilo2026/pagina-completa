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15 del curso Preparación para Torneos. Llevar un registro de tus patrones de error más comunes.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4 · Análisis y mejora continua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 de errores recurrentes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Llevar un registro de tus patrones de error más comunes.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Bitácora de errores recurrentes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mayoría de jugadores repiten el mismo tipo de error (dejar piezas sueltas, mala gestión del tiempo, cierto tipo de final) partida tras partida.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estos patrones en una bitácora simple, revisada cada pocas semanas, es más efectivo que estudiar aperturas nuevas sin corregir la base.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 una bitácora y anota el tipo de error de tus últimas 5 partidas.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Bitácora de errores recurrentes — Preparación para Torneos</dc:title>
  <dc:subject>Bitácora de errores recurrentes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