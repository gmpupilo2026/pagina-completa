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Cómo usar una trampa: la pieza atrapada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pieza que se mete donde no tiene salida puede quedar atrapada. Aprende a tender esa trampa sin arriesgar nada y a cobrarla cuando el rival cae.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usar una trampa: la pieza atrapada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trampas que no buscan el mate, sino encerrar una pieza. La más común es la de la pieza golosa: la dama que se va a comer el peón de b y se queda sin casillas de vuelta, o el alfil que come el peón de a7 (a2 con negras) y queda encerrado cuando el peón de b avanza una casilla. La pieza no está atacada todavía, pero ya no tiene salida, y unas jugadas después se pierde. Una buena trampa de este tipo no le cuesta nada a quien la tiende.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usar una trampa: la pieza atrapada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clave para usarla es que la jugada que tiende la trampa también sea buena si el rival no cae. Si dejas un peón y el rival no lo come, tu posición tiene que seguir sana: piezas desarrolladas, rey seguro. Las señales de que una pieza rival puede quedar atrapada son estas: está en tu campo, lejos de las suyas, sus casillas de retirada las controlan tus peones o tus piezas, y tú puedes cerrarle la última salida con una jugada de peón que no te debilita.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usar una trampa: la pieza atrapada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vez que la pieza está encerrada, no hay apuro: primero ciérrale la última salida y después ve por ella con calma, comprobando en cada jugada que no pueda escapar. El error típico es atacarla antes de cerrarle la salida, y la pieza vuelve a casa con el peón en el bolsillo. Al revés, cuando tú eres el goloso, antes de comer un peón lejano cuenta por dónde vuelve tu pieza.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en el tablero, con las piezas que quieras, una posición donde un alfil come el peón de a7 y queda encerrado al avanzar el peón de b. Luego busca en tus partidas una vez en que una pieza tuya se fue lejos a comer.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