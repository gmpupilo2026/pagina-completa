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Cálculo y Visualización. Cómo mantener la precisión cuando el reloj corre.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Visualización avanzada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bajo presión de tiempo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mantener la precisión cuando el reloj corre.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bajo presión de tiempo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de tiempo no debería cambiar tu método de cálculo, solo acelerarlo: sigue el mismo orden (jaques, capturas, amenazas) pero con jugadas candidatas más limitadas, confiando más en el reconocimiento de patrones ya entrenados que en el cálculo desde cero.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3 partidas de blitz (3 minutos) practicando conscientemente el mismo orden de cálculo que usas con tiempo largo.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Calcular bajo presión de tiempo — Cálculo y Visualización</dc:title>
  <dc:subject>Calcular bajo presión de tiempo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