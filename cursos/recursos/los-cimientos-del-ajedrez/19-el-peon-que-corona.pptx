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primeras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peón que corona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peón pasado avanzado es una amenaza constante. Aprende a abrirle el camino con desvíos, sacrificios y a veces una coronación en pieza menor.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que corona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peón que llega a la octava fila se convierte en la pieza que su dueño quiera, casi siempre una dama. Por eso un peón pasado avanzado, sin peones rivales que puedan pararlo, obliga al rival a vigilarlo todo el tiempo con una pieza. Las combinaciones de coronación buscan eliminar o desviar esa pieza vigilante: con un sacrificio que la atraiga a otra casilla, con un jaque que gane un tiempo o con una clavada que la deje sin poder moverse.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que corona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señal es un peón pasado en la sexta o la séptima fila y una sola pieza rival que impide su avance. Pregúntate qué otra tarea tiene esa pieza: si además defiende algo o tapa una línea, está sobrecargada y se le puede desviar. Mira también la casilla de coronación: si coronar da jaque o si la pieza que acaba de nacer ataca algo, el rival puede no tener tiempo de capturarla.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que corona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No siempre se corona en dama. A veces conviene coronar en caballo, porque da jaque desde una casilla a la que la dama no llega, o porque la dama dejaría al rival ahogado. El error típico es empujar el peón sin preparar el camino y perderlo frente a la pieza que lo bloquea. Otro error, al defender, es olvidar que un peón en séptima amenaza coronar en cada jugada, aunque parezca bien bloqueado.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Revisa tus partidas en las que alguien tuvo un peón pasado en sexta o séptima. Escribe qué pieza lo detenía y si había alguna forma de desviarla o sobrecargarla.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