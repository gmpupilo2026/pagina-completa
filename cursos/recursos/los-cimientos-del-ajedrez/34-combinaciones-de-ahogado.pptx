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Combinaciones de ahogado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Cuando estás perdido, el ahogado es una salvación legal. Aprende a buscarlo entregando tus últimas piezas, y a no regalarlo cuando vas ganando.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Combinaciones de ahogado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ahogado es tablas: el bando que tiene el turno no está en jaque pero no tiene ninguna jugada legal. Para quien está perdido es una de las pocas salidas, y se busca a propósito. La combinación típica consiste en sacarse de encima las piezas que todavía se pueden mover: se entregan con jaque o se ofrecen de forma que el rival tenga que comerlas, y cuando ya no queda nada que mover, el rey sin casillas deja la partida en tablas. Una torre que da jaques sin parar y que no se puede comer sin ahogar es el ejemplo más conocido.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Combinaciones de ahogado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tu rey tiene pocas o ninguna casilla libre, tus peones están bloqueados y no se pueden mover, y te quedan una o dos piezas que, si desaparecen, te dejan sin jugadas. Ahí tienes que preguntarte si puedes entregarlas. Cuanto más encerrado está tu rey, más cerca está el ahogado. No pienses solo en salvar las piezas que te quedan: a veces lo que te salva es perderlas todas.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Combinaciones de ahogado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otro lado de la lección es para quien va ganando. El error típico es quitarle casillas al rey rival sin mirar si todavía le queda alguna jugada: la dama que se acerca demasiado en el final de rey y dama contra rey, o la captura de la última pieza rival cuando su rey ya no tiene casillas. Antes de cada jugada en un final ganado, pregúntate: ¿el rival tiene alguna jugada legal después de esto? Si la respuesta es no y no es mate, cambia de jugada.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Arma un final de rey y dama contra rey y juega diez jugadas buscando ahogar al rival a propósito; después haz lo mismo intentando evitarlo. Así aprendes a ver las casillas que le quedan.</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