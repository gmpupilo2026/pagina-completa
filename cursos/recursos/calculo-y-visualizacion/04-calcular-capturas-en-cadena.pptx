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4 del curso Cálculo y Visualización. Cómo no equivocarte al contar quién captura y en qué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CÁLCULO Y VISUALIZACIÓN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Precisión en el cálculo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Calcular capturas en cadena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no equivocarte al contar quién captura y en qué orden.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Calcular capturas en cadena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serie de capturas sobre la misma casilla, cuenta cuántos atacantes y defensores hay antes de calcular el resultado: la secuencia de capturas debe respetar siempre el orden de menor a mayor valor de pieza para ser correcta desde el punto de vista de quien captura.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resuelve 5 ejercicios de "cambios en una casilla" contando primero atacantes y defensores antes de calcular jugada por jugada.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y Visualización · Lección 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Calcular capturas en cadena — Cálculo y Visualización</dc:title>
  <dc:subject>Calcular capturas en cadena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