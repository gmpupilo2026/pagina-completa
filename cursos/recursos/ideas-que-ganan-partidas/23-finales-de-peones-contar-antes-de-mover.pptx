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463040"/>
            <a:ext cx="4572000" cy="457200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937760"/>
            <a:ext cx="3840480" cy="384048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594360"/>
            <a:ext cx="1005840" cy="100584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94360"/>
            <a:ext cx="1005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0A1F33"/>
                </a:solidFill>
                <a:latin typeface="Calibri"/>
              </a:rPr>
              <a:t>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685800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0B429"/>
                </a:solidFill>
                <a:latin typeface="Calibri"/>
              </a:rPr>
              <a:t>AJEDREZ INTEGRAL  ·  IDEAS QUE GANAN PARTIDAS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09728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9FB3C8"/>
                </a:solidFill>
                <a:latin typeface="Calibri"/>
              </a:rPr>
              <a:t>Bloque 4 · Los peones deciden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517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mbria"/>
              </a:rPr>
              <a:t>Finales de peones: contar antes de mover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61772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ADCFC"/>
                </a:solidFill>
                <a:latin typeface="Calibri"/>
              </a:rPr>
              <a:t>En un final de solo reyes y peones, cada tiempo decide. Se juega contando, no adivinando.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3093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27D98"/>
                </a:solidFill>
                <a:latin typeface="Calibri"/>
              </a:rPr>
              <a:t>ajedrez-integral.com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Finales de peones: contar antes de mover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Los finales de peones son los más concretos del ajedrez: no hay piezas que compensen un error, y una sola jugada de más o de menos cambia el resultado. Por eso se juegan contando. Cuántas jugadas tarda cada peón en coronar, cuántas el rey en atraparlo, quién llega primero.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Finales de peones: contar antes de mover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Las herramientas son pocas y hay que saberlas de memoria: la regla del cuadrado para saber si el rey alcanza a un peón, la oposición para pelear casillas con el rey, el peón pasado alejado que distrae al rey rival, la ruptura de peones que crea un pasado de la nada.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Finales de peones: contar antes de mover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Antes de cambiar las últimas piezas y entrar en un final de peones, cuenta. Es la decisión más irreversible de la partida: una vez que se cambia, ya no hay vuelta atrás.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280160" y="-1463040"/>
            <a:ext cx="4114800" cy="4114800"/>
          </a:xfrm>
          <a:prstGeom prst="ellipse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175504" y="822960"/>
            <a:ext cx="1828800" cy="182880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175504" y="82296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A1F33"/>
                </a:solidFill>
                <a:latin typeface="Calibri"/>
              </a:rPr>
              <a:t>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8803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0B429"/>
                </a:solidFill>
                <a:latin typeface="Calibri"/>
              </a:rPr>
              <a:t>PARA PRACTICAR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383280"/>
            <a:ext cx="9601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FFFFFF"/>
                </a:solidFill>
                <a:latin typeface="Cambria"/>
              </a:rPr>
              <a:t>Repasa la regla del cuadrado y la oposición en un tablero vacío. Después juega desde cinco finales de peones contra la computadora, contando los tiempos antes de cada jugada.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FB3C8"/>
                </a:solidFill>
                <a:latin typeface="Calibri"/>
              </a:rPr>
              <a:t>Ideas que ganan partidas · Lección 23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