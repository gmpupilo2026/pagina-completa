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Combinaciones en las diagonales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Los alfiles y la dama actúan de lejos por las diagonales. Aprende a ver clavadas, descubiertas y ataques al enroque que nacen en una diagonal.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en las diagonales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diagonales largas cruzan todo el tablero, y una pieza que las ocupa puede golpear desde muy lejos sin que se note. Las combinaciones en diagonal más frecuentes son la clavada de un alfil contra el rey o la dama, el jaque descubierto cuando una pieza se aparta de la diagonal de su alfil, y los ataques al enroque por las diagonales que apuntan a g7 y h7 (g2 y h2 con negras). Dos alfiles apuntando al enroque rival, uno en cada diagonal, pueden destrozar la defensa en pocas jugadas.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en las diagonales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señales: un alfil tuyo apuntando al rey rival aunque haya piezas en medio, un rey o una dama en la misma diagonal que otra pieza rival, o un alfil rival que se cambió y dejó débiles las casillas de su color alrededor de su rey. Cuando tu alfil mira al enroque y una pieza propia le tapa el camino, piensa qué pasa si esa pieza se mueve con amenaza: es la receta del jaque descubierto. Y cuando una diagonal está tapada por un peón rival, pregúntate si un sacrificio la abre.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en las diagonales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olvidar las diagonales largas porque no se ven a primera vista. Un alfil en una esquina, detrás de sus peones, parece inactivo y de pronto decide la partida en una jugada. Acostúmbrate a recorrer con la vista cada diagonal de tus alfiles y de los del rival antes de jugar, sobre todo las que pasan cerca de los reyes. Y en defensa, una sola pieza bien puesta en la diagonal correcta puede apagar el ataque.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Antes de cada jugada de tu próxima partida lenta, recorre con la vista las dos diagonales de cada alfil, el tuyo y el del rival. Anota cuántas veces descubriste algo que no habías visto.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