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Integración práctica y cierre presencial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Simulacros de arbitraje entre pares y preparación de roles para la sesión presencial.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Simulacros de arbitraje en vivo mediante salas de trabajo colaborativo.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Revisión de los formularios y de la lista de cotejo oficial que se usará en la sesión presencial.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Talleres prácticos y simulacros de arbitraje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Asignación de roles para el torneo presencial (árbitro principal, árbitro auxiliar, mesa de control).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SIMULACRO DE ARBITRAJE CON OBSERVACIÓN ENTRE PARES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Cada participante arbitra una partida simulada mientras otra persona observa y completa la lista de cotejo; luego se intercambian los roles.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