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IDEAS QUE GANAN PARTIDAS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2 · El rey en el centro y los enroques opuestos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Castigar al rey que no enrocó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Un rey que se queda en el centro con las columnas abriéndose es un blanco. El tiempo para atacarlo es ahora, no dentro de tres jugadas.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Castigar al rey que no enrocó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El rey en el centro no es un problema mientras el centro está cerrado. Se vuelve un problema cuando las columnas d y e se abren y las piezas rivales pueden llegar a ellas. Entonces cada jugada que el rey tarda en enrocar es una jugada que el atacante usa para traer una torre, abrir una línea o impedir el enroque para siempre.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Castigar al rey que no enrocó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El atacante tiene que actuar rápido y casi siempre con algún sacrificio, porque la ventaja es de tiempo, no de material: si deja pasar dos jugadas, el rey enroca y la ventaja desaparece. Por eso en estas posiciones se entrega un peón para abrir la columna e, o una pieza para que el rey no pueda moverse.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Castigar al rey que no enrocó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La señal para el defensor es la contraria: si tu rey todavía está en el centro y el rival está abriendo líneas, enrocar o cerrar el centro es más urgente que ganar un peón.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Revisa tus partidas en las que uno de los dos reyes no enrocó antes de la jugada 12. Anota quién aprovechó (o no) esa demora y con qué jugada.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Ideas que ganan partidas · Lección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