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IDEAS QUE GANAN PARTIDAS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El rey en el centro y los enroques opuestos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 ventaja de desarrollo se usa o se pierde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Tener más piezas en juego que el rival es una ventaja que dura pocas jugadas. Si no se convierte en algo concreto, se esfuma.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ventaja de desarrollo se usa o se pierde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Cuando el rival gasta tiempos en la apertura —mueve dos veces la misma pieza, sale a cazar peones con la dama, retrasa el enroque— uno termina con más piezas desarrolladas. Esa ventaja es real pero no dura: en cuanto el rival termine de sacar sus piezas, desaparece. La pregunta entonces es cómo convertirla en algo que se quede.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ventaja de desarrollo se usa o se pierde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Hay tres maneras clásicas: abrir el centro para que las piezas activas lleguen al rey, ganar material con una amenaza que el rival no tiene tiempo de parar, o impedir que el rival enroque. Las tres piden jugar con decisión, muchas veces entregando un peón para abrir líneas.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ventaja de desarrollo se usa o se pierde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error típico es seguir desarrollando con tranquilidad cuando ya no hay nada más que desarrollar. En ese momento hay que buscar el golpe.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tus partidas, marca la jugada en que tuviste dos o más piezas desarrolladas de ventaja. Revisa con el motor si había un golpe ahí, y anota si lo buscaste.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Ideas que ganan partidas · Lección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