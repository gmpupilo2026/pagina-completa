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7 del curso Finales Prácticos. El principio de colocar las torres detrás de los peones pasados.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Finales de torre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Torres activas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de colocar las torres detrás de los peones pasados.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Torres activas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práctica más citada de los finales de torre: coloca tu torre detrás de un peón pasado, sea propio (para escoltarlo) o rival (para frenarlo desde atrás).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torre pasiva delante de su propio peón pasado es uno de los errores más comunes incluso en niveles altos.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3 finales de torre de partidas magistrales y verifica si ambos bandos siguieron esta regla.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Torres activas — Finales Prácticos</dc:title>
  <dc:subject>Torres activas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