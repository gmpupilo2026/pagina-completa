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8 · Tu propio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Tu ficha de errores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Cómo analizar tus partidas para encontrar tus errores repetidos, anotarlos por familia y medir si están desapareciendo.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ficha de 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Todo lo de este curso sirve poco si se queda en general. Cada jugador tiene sus errores favoritos: hay quien se precipita, quien no mira al rival, quien se relaja con ventaja. El último paso es encontrar los tuyos, y para eso hay una sola fuente confiable: tus propias partidas, analizadas con honestidad.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ficha de 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método es este. Después de cada partida lenta, analízala primero sin motor y después con él. Busca los dos o tres momentos en que la evaluación cambió de verdad, y para cada uno decide a qué familia de errores pertenece: plan, conceptos, lectura de la posición, cambios, cálculo, el rival o la cabeza. Anótalo en tu ficha, con la fecha y una línea de explicación.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ficha de 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 de diez o quince partidas, la ficha te dice algo que ningún libro puede decirte: qué familia se repite en ti. Esa es la que hay que trabajar primero, con las lecciones y ejercicios de su bloque. Y la ficha sirve también para medir: si en los próximos meses esa familia aparece menos, vas bien; si no cambia, hay que cambiar el entrenamiento. Así se rompe el estancamiento: sabiendo qué restar.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tu ficha de errores con las siete familias del curso y analiza con ella tus diez últimas partidas lentas. Llévale la ficha a tu profesor: con ella se puede armar un plan de entrenamiento hecho a tu medida.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