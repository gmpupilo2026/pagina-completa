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5 · Defenderse con los cambios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Simplificar para aguantar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que se defiende quiere menos piezas en el tablero: cada cambio es una amenaza menos.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Simplificar para aguantar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regla del bando con ventaja tiene su espejo: el que se defiende busca cambios. Cada pieza rival que desaparece es una pieza menos que puede atacar, y cada cambio acerca la partida a un final donde muchas veces hay recursos de tablas que en el medio juego no existen.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Simplificar para aguantar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Pero no cualquier cambio sirve. El defensor quiere cambiar las piezas que atacan, no las que defienden; quiere cambiar piezas, pero no siempre peones; y quiere llegar a finales que se puedan sostener, como los de alfiles de distinto color o los de torres con pocos peones. Simplificar hacia un final de peones perdido es simplificar hacia la derrota.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Simplificar para aguantar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Defenderse bien es buscar la jugada que salva, no la que gana. Muchas veces es una sola, y casi nunca es la que uno quiere hacer.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 próxima partida difícil, antes de cada jugada, pregúntate qué pieza rival es la más peligrosa y si hay una forma de cambiarla. Después de la partida, revisa si lo lograste.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