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1: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3
Torre contra caballo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8 a 9 · 6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Saber cuándo el caballo se salva contra la torre y cuándo cae: el caballo pegado al rey, la banda y el rincón.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caballo en la banda es débil y en el rincón se pierde; junto a su rey y lejos del borde, resiste.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 · Torre contra caballo. Rey y caballo en la banda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 · Torre contra caballo. Rey y caballo en la banda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caballo sufre más que el alfil contra la torre, pero con rey y caballo juntos, incluso en la banda, la defensa se sostiene. Separar el caballo del rey es casi siempre fatal.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la torre, el caballo debe quedarse pegado a su rey: separado, casi siempre se pierde.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En la banda, las jugadas del defensor suelen ser únicas, pero justamente por eso son fáciles de encontrar: jaque y volver junto al rey.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 · Torre contra caballo. Rey y caballo en la banda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y caballo en la banda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1.Cf2+ Re3 2.Cd1+ Rf3 3.Cc3 Tc2 4.Cd1 Te2+ 5.Rf1 Th2 6.Re1 Tc2 7.Rf1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8242"/>
            <a:ext cx="5486400" cy="32082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Posición teórica que surge a menudo del final de torre contra peón. Rey y caballo se protegen mutuamente y la torre no consigue 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 · Torre contra caballo. Rey y caballo en la banda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caballo se aleja y se pierde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1...Tc4 2.Cb6 Tb4 3.Cc8 Tb7 4.Rd2 Rf4 5.Re2 Re5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5946"/>
            <a:ext cx="5486400" cy="3290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Diagrama de análisis: tras 4.Cd5?? el caballo quedó lejos del rey. La torre le va quitando casillas y el rey negro termina cazándolo.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9 · Rey y caballo en el rincón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Todo cambia en el rincón: con rey y caballo arrinconados el caballo se pierde de inmediato, e incluso en g2 (la casilla tonta del caballo) cae en muchas posiciones.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caballo contra torre hay que evitar dos cosas: separar el caballo del rey y tener ambas piezas en el rincón (incluso con el caballo en g2).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casilla tonta del caballo (g2 y sus simétricas) es una trampa recurrente: desde ahí el caballo tiene muy pocas salidas.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Caballo en el rincón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1.Ce2+ 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90948"/>
            <a:ext cx="5486400" cy="34355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Mueva quien mueva, el caballo se pierde de inmediato.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en el rincón, caballo al 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Tampoco se salva: la torre corta al caballo y el rey no puede ayudarlo.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casilla tonta del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caballo ni siquiera está en la banda y aun así se pierde: desde g2 tiene muy pocas casillas y todas caen bajo el control de la torre y el rey.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Kamsky - Bacrot, Sofía 2006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 →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1.Rg3 Cd3 2.Td2 Ce1 3.Tf2+ Rg1 4.Tf8 Cg2 5.Rf3 Rf1 6.Rg3+ Rg1 7.Rf3 Rf1 8.Tf7 Ce1+ 9.Re3+ Rg1 10.Re2 Cg2 11.Th7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86753"/>
            <a:ext cx="5486400" cy="30397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Un final de tablas conocido que se perdió en la práctica. Con el caballo cerca de su casilla tonta la defensa exige precisión: aquí 4...Cc2! o 5...Ch4+! salvaban; 5...Rf1? ya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Juega las dos posiciones del rincón contra el motor, primero con la torre y después defendiendo con el caballo.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3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