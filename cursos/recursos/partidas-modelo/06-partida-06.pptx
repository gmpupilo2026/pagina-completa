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2: Medio juego: el juego de ataque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6
Ideas básicas en el ataque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G. Kaspárov – N. Short, Magistral VSB, Amsterdam 1994 · Defensa Francesa, Variante Tarrasch</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Ideas básicas en el ataque</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Para que un ataque tenga alguna posibilidad de éxito, primero deben existir condiciones favorables previas: más piezas activas, mejor control del centro, ventaja de desarrollo, debilidades en la posición rival o un rey enemigo expuesto. No hace falta que estén presentes todas a la vez, pero sin ninguna de ellas es improbable que un ataque funcione. Una vez que las condiciones existen y el ataque ha comenzado, conviene tener presentes varias ideas básicas: mantener el ímpetu mediante amenazas constantes, para no dar tregua al rival; abrir líneas hacia la posición enemiga, mediante jugadas de peón precisas o, en casos extremos, sacrificios; eliminar las piezas defensivas clave del rival, aunque cueste material; y provocar debilidades adicionales si la posición rival no las presenta de entrada. Reconocer el momento adecuado para atacar es una cuestión de evaluación: hay que preguntarse si de verdad existen ventajas previas suficientes antes de comprometerse. Aplicarlo en la práctica significa no detenerse a mitad de camino: una vez lanzado el ataque, cada jugada debe buscar mantener la iniciativa y complicar al máximo la defensa rival, en vez de conformarse con ventajas pequeñas o cambios que alivien la presión.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 Kaspárov – N. Short (Magistral VSB, Amsterdam 1994) 1-0</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En una estructura clásica de la Francesa con cadena de peones bloqueada, Kaspárov ataca el flanco de rey negro tras enroques opuestos. El error 15...f6?! abre la posición mientras las negras siguen retrasadas en desarrollo, y Kaspárov responde con el extraordinario sacrificio 18.f5!!, que abre la columna f y fuerza el cambio de la única torre defensora negra. A partir de ahí, cada jugada blanca (20.Tf3!, 23.c4!, 24.Cc3!, 30.Td6!) mantiene el ímpetu del ataque sin dar tregua, hasta que las negras se rinden ante la invasión decisiva de la torre en e6.</a:t>
            </a:r>
          </a:p>
          <a:p>
            <a:pPr algn="l">
              <a:spcAft>
                <a:spcPts val="400"/>
              </a:spcAft>
            </a:pPr>
            <a:r>
              <a:rPr sz="1400" b="0" i="0">
                <a:solidFill>
                  <a:srgbClr val="1F2937"/>
                </a:solidFill>
                <a:latin typeface="Calibri"/>
              </a:rPr>
              <a:t>La apertura: Kaspárov elige 3.Cc3 seguido del avance clásico 4.e5, bloqueando el centro y creando la disputa habitual de la Francesa por el destino del alfil de casillas claras negro, encerrado tras su propia cadena de peones. Con enroques opuestos -negras cortas, blancas largas- la partida se convierte en una carrera de ataques en flancos distintos.</a:t>
            </a:r>
          </a:p>
        </p:txBody>
      </p:sp>
      <p:sp>
        <p:nvSpPr>
          <p:cNvPr id="4" name="TextBox 3"/>
          <p:cNvSpPr txBox="1"/>
          <p:nvPr/>
        </p:nvSpPr>
        <p:spPr>
          <a:xfrm>
            <a:off x="640080" y="3355340"/>
            <a:ext cx="10972800" cy="2862579"/>
          </a:xfrm>
          <a:prstGeom prst="rect">
            <a:avLst/>
          </a:prstGeom>
          <a:noFill/>
        </p:spPr>
        <p:txBody>
          <a:bodyPr wrap="square">
            <a:spAutoFit/>
          </a:bodyPr>
          <a:lstStyle/>
          <a:p>
            <a:pPr>
              <a:spcAft>
                <a:spcPts val="600"/>
              </a:spcAft>
            </a:pPr>
            <a:r>
              <a:rPr sz="1600">
                <a:solidFill>
                  <a:srgbClr val="1F2937"/>
                </a:solidFill>
                <a:latin typeface="Calibri"/>
              </a:rPr>
              <a:t>•  Mantener el ímpetu del ataque, encadenando amenazas sin pausa, no deja al rival tiempo para reorganizar su defensa.</a:t>
            </a:r>
          </a:p>
          <a:p>
            <a:pPr>
              <a:spcAft>
                <a:spcPts val="600"/>
              </a:spcAft>
            </a:pPr>
            <a:r>
              <a:rPr sz="1600">
                <a:solidFill>
                  <a:srgbClr val="1F2937"/>
                </a:solidFill>
                <a:latin typeface="Calibri"/>
              </a:rPr>
              <a:t>•  Abrir líneas, incluso mediante sacrificios de peón, es el medio más directo de poner en contacto las piezas atacantes con el rey enemigo.</a:t>
            </a:r>
          </a:p>
          <a:p>
            <a:pPr>
              <a:spcAft>
                <a:spcPts val="600"/>
              </a:spcAft>
            </a:pPr>
            <a:r>
              <a:rPr sz="1600">
                <a:solidFill>
                  <a:srgbClr val="1F2937"/>
                </a:solidFill>
                <a:latin typeface="Calibri"/>
              </a:rPr>
              <a:t>•  Eliminar la pieza defensiva clave (aquí la torre de f8, única defensora activa en el flanco de rey) suele ser más valioso que ganar material de inmediato.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 Kaspárov – N. Short</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1…e6 2.d4 2…d5 3.Cc3 3…Cf6 4.e5 4…Cfd7 5.f4 5…c5 6.Cf3 6…Cc6 7.Ae3 7…cxd4 8.Cxd4 8…Ac5 9.Dd2 9…O-O 10.O-O-O 10…a6 11.h4 11…Cxd4 12.Axd4 12…b5 13.Th3 13…b4 14.Ca4 14…Axd4 15.Dxd4 15…f6?! 16.Dxb4! 16…fxe5 17.Dd6 17…Df6 18.f5!! 18…Dh6+ 19.Rb1 19…Txf5?! 20.Tf3! 20…Txf3 21.gxf3 21…Df6 22.Ah3 22…Rf7 23.c4! 23…dxc4 24.Cc3! 24…De7 25.Dc6 25…Tb8 26.Ce4 26…Cb6 27.Cg5+ 27…Rg8 28.De4 28…g6 29.Dxe5 29…Tb7 30.Td6! 30…c3 31.Axe6+ 31…Axe6 32.Txe6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f2401a4888d4d495c66dbff2fe6843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N. Short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la imprecisa 15...f6?!. ¿Con qué captura, más fuerte que abrir el centro con exf6, mantienen las blancas toda su iniciativa?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En vez de capturar el peón que ataca a e5, hay una captura más directa sobre el peón que acaba de avanzar en 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16.Dxb4!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16.Dxb4! captura el peón atacante manteniendo intacta la iniciativa blanca, más fuerte que la simplificación 16.exf6.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0f0f6217e364c6d83695f1e92cb6da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N. Short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negra en f6 y el peón f4 aparentemente indefenso, ¿qué sacrificio de peón combina la apertura de líneas con la eliminación de la torre defensora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peón f puede avanzar entregándose, abriendo una columna clave para la torre blanca.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18.f5!! abre la columna f: si las negras capturan, la torre blanca llega a f3 para eliminar la única torre defensora negra, un golpe que combina dos ideas básicas del ataque.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5d235fe640d7422159a4ab0f7db2c4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N. Short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19...Txf5?!, ¿qué jugada de torre amenaza eliminar drásticamente a la torre defensora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otra torre blanca puede ir a una casilla desde la que ataca directamente a la torre negra recién capturada en f5.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20.Tf3!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20.Tf3! ataca la torre negra en f5; una vez cambiadas las torres, las negras quedarán jugando prácticamente sólo con su dama contra todo el ataque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4b846d9503f33e1539a9e85a83ef68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N. Short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en f7 y las piezas del flanco de dama todavía paralizadas, ¿qué avance de peón sacrifica más material para abrir nuevas líneas de ataque?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del flanco de dama puede avanzar, ofreciéndose, para abrir todavía más la posición.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23.c4! sacrifica otro peón para abrir líneas adicionales hacia el rey negro, que sigue sin poder reunir piezas defensoras.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183ddb392089b9636cf9ccd512f5e4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N. Short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vez de capturar el peón c4 de inmediato, ¿qué jugada de caballo mantiene la máxima presión sobre la posición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volver hacia el centro, apuntando a una casilla clave, en vez de recuperar el material.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24.Cc3!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24.Cc3! regresa el caballo al centro con idea de saltar a e4, manteniendo toda la presión en vez de aliviarla con una captura inmediata.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700602b750d3147b548580263147a6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N. Short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blanca ya en e5, ¿qué invasión de torre en la sexta fila plantea una amenaza decisiva que las negras no pueden parar con normalidad?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libre puede penetrar en una fila avanzada, apoyada por la dama, sin que las piezas negras del flanco de dama puedan ayudar.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30.Td6!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30.Td6! invade la sexta fila con amenazas decisivas, aprovechando que las piezas negras siguen paralizadas en el flanco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Mantener el ímpetu de un ataque, encadenando amenazas sin pausa, es tan importante como la calidad de cada jugada individual.</a:t>
            </a:r>
          </a:p>
          <a:p>
            <a:pPr>
              <a:spcAft>
                <a:spcPts val="600"/>
              </a:spcAft>
            </a:pPr>
            <a:r>
              <a:rPr sz="1600">
                <a:solidFill>
                  <a:srgbClr val="1F2937"/>
                </a:solidFill>
                <a:latin typeface="Calibri"/>
              </a:rPr>
              <a:t>•  Abrir líneas mediante un sacrificio, incluso doblemente motivado, suele valer más que conservar material en posiciones de ataque.</a:t>
            </a:r>
          </a:p>
          <a:p>
            <a:pPr>
              <a:spcAft>
                <a:spcPts val="600"/>
              </a:spcAft>
            </a:pPr>
            <a:r>
              <a:rPr sz="1600">
                <a:solidFill>
                  <a:srgbClr val="1F2937"/>
                </a:solidFill>
                <a:latin typeface="Calibri"/>
              </a:rPr>
              <a:t>•  No siempre conviene recuperar material de inmediato: a veces mantener la presión máxima es más efectivo que aliviar la tensión con una captura.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