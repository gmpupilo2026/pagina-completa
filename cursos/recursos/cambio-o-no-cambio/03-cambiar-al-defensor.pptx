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Qué se va y qué queda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Cambiar al defensor</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Muchas posiciones las sostiene una sola pieza. Si la cambias, lo que defendía queda sin dueño.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al defensor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casi toda posición difícil hay una pieza que hace el trabajo duro: el caballo que tapa la entrada al rey, el alfil que defiende un peón débil, la torre que cuida la última fila. Mientras esa pieza esté, la defensa aguanta. El cambio es la forma más limpia de quitarla, porque no cuesta material: das una pieza igual y te llevas la que importaba.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al defensor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 al defensor, hazte la pregunta al revés: ¿qué podría ganar yo si una pieza rival no estuviera? Si la respuesta es «un peón», «la calidad» o «mate», ya sabes qué pieza te conviene cambiar. Después busca con qué pieza tuya la puedes cambiar y en qué orden, porque a veces el cambio tiene que ir con jaque o con una amenaza para que el rival no pueda esquivarlo.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al defensor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Fíjate en que aquí el valor de las piezas en puntos no dice nada. Un caballo por un alfil es un cambio parejo en el papel, pero si el caballo rival era el único defensor de su rey, el cambio vale una partida.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los ejercicios de este bloque, antes de buscar la jugada, nombra en voz alta la pieza rival que sostiene la posición. Si no la encuentras en un minuto, mira qué casillas y piezas defiende cada una de las suyas.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