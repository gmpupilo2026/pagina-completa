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Cómo se gana con material de más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Tener una pieza o un peón de más no gana solo. Aprende a simplificar, a quitarle juego al rival y a no apurarte.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se gana con material de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Ganar material es la mitad del trabajo; la otra mitad es convertirlo en victoria. La regla general es sencilla: con material de más, cambia piezas; con material de menos, evita los cambios de piezas. Cada cambio hace más grande la diferencia en proporción: una pieza de más con toda la tropa en el tablero es una ventaja, una pieza de más en el final es aplastante. Con peones es al revés: el que va abajo quiere cambiar peones, porque sin peones muchas ventajas pequeñas no alcanzan para ganar.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se gana con material de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vas arriba, la pregunta no es «¿cómo gano más?» sino «¿qué contrajuego tiene el rival?». Busca sus amenazas: un ataque a tu rey, un peón pasado, una pieza muy activa. Esas son las cosas que hay que apagar primero. Si tu rey está seguro y el rival no tiene amenazas, la victoria es cuestión de tiempo. Las señales de peligro son piezas tuyas sin coordinar y un rey propio expuesto mientras persigues más 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Cómo se gana con material de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relajarse. Muchas partidas ganadas se pierden porque el jugador que va arriba juega rápido, deja una pieza sin defensa o permite un ataque de mate. Otro error es buscar una combinación brillante cuando basta con jugar sencillo. Consolida primero: defiende tus piezas, pon el rey a salvo y después ofrece cambios. Cuando ya no quede contrajuego, avanza el peón pasado o lleva el rey al ataque.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una que tuvieras ganada en material y no ganaste. Marca la jugada en la que el rival recuperó el juego y escribe qué cambio podías ofrecer antes.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