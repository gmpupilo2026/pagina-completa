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9 del curso Estrategia y Táctica. Cuando el objetivo final es coronar, no capturar.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ESTRATEGIA Y TÁCTICA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Cálculo y combinaciones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Combinaciones con promoción de peón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el objetivo final es coronar, no capturar.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Combinaciones con promoción de peón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Algunas combinaciones no buscan ganar material directamente sino forzar la coronación de un peón, a menudo sacrificando piezas para despejar el camino o eliminar al único defensor de la casilla de coronación.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un final de tu base de partidas guardadas (sección Caja de Compartir de Clases), busca si alguna posición admitía una combinación de este tipo.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y Táctica · Lección 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Combinaciones con promoción de peón — Estrategia y Táctica</dc:title>
  <dc:subject>Combinaciones con promoción de peón</dc:subject>
  <dc:creator>Ajedrez Integral</dc:creator>
  <cp:lastModifiedBy>Ajedrez Integral</cp:lastModifiedBy>
  <cp:revision>1</cp:revision>
  <dcterms:created xsi:type="dcterms:W3CDTF">2026-09-10T06:21:03Z</dcterms:created>
  <dcterms:modified xsi:type="dcterms:W3CDTF">2026-09-10T06:21:03Z</dcterms:modified>
</cp:coreProperties>
</file>