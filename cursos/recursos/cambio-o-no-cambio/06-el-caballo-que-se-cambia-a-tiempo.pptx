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Alfiles y caballos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caballo que se cambia a tiempo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un final con caballos, el cambio correcto deja un final de peones; el incorrecto, un caballo que no llega.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que se cambia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Los finales de caballos se parecen mucho a los de peones: el caballo es lento y no puede ganar tiempos a distancia como una torre o un alfil. Por eso, en estos finales, el cambio de caballos es casi siempre la decisión más importante, y conviene hacerlo con la cuenta del final de peones ya hecha.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que se cambia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pregunta es concreta: si se van los caballos, ¿quién gana el final de peones? Si eres tú, busca el cambio; muchas veces se puede forzar ofreciendo el caballo en una casilla donde el rival tiene que tomarlo o perder un peón. Si no eres tú, evita el cambio a toda costa, aunque tengas que dejar tu caballo en una casilla peor.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caballo que se cambia a tiempo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error típico es cambiar «para simplificar» sin contar. En un final de peones no hay piezas que salven nada: un tiempo de más o de menos decide, y la cuenta hay que hacerla antes del cambio, no después.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los ejercicios de final de caballos, antes de mover, escribe quién gana el final de peones si se cambian los caballos. Después resuelve y comprueba si tu cuenta era la correcta.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