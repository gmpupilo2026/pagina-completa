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clavada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pieza no puede moverse porque detrás de ella hay algo más valioso. Aprende a crear clavadas y a aprovecharlas.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clavada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una clavada, una pieza de largo alcance ataca a una pieza rival que tiene detrás otra más valiosa. Si la de delante se mueve, la de atrás queda atacada. Cuando lo que hay detrás es el rey, la clavada es absoluta: la pieza clavada no puede moverse por reglamento. Cuando es la dama o una torre, la clavada es relativa: la pieza se puede mover, pero cuesta caro. Solo el alfil, la torre y la dama pueden clavar.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clavada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clavadas nacen cuando dos piezas rivales quedan en la misma línea. Mira las columnas, filas y diagonales que unen al rey o la dama del rival con otra de sus piezas: si tu alfil, torre o dama puede ponerse en esa línea, hay una clavada. Las más comunes aparecen en la apertura, con un alfil que clava un caballo contra la dama o contra el rey, y en el medio juego, con una torre en una columna abierta frente al rey.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clavada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pieza clavada es una pieza que no defiende bien. La forma clásica de aprovecharla es atacarla con algo barato, muchas veces un peón: no puede escapar y se pierde. Otra es sumar atacantes sobre ella. El error frecuente al defenderse es creer que una pieza clavada protege lo que tiene alrededor; si la clavada es absoluta, esa defensa no existe. Y al atacar, no te apures a cambiar la pieza que clava: una clavada que dura vale más que un cambio.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partidas, cada vez que el rey o la dama del rival quede en la misma línea que otra pieza suya, márcalo y busca si alguna de tus piezas puede clavarla.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