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ÁRBITRO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Sistemas de competencia: emparejamientos y desempates (C.04, C.07)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Desempates: Buchholz, Sonneborn-Berger y cuándo usar cada uno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Las reglas C.07 de desempate: qué mide cada sistema y por qué el reglamento del torneo tiene que elegir de antemano, no después.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Desempates: Buchholz, Sonneborn-Berger y cuándo usar cada uno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Buchholz suma los puntajes finales de todos los rivales que enfrentó un jugador: premia haber jugado contra gente que después hizo un buen torneo. Existen variantes (Buchholz cortado, que descarta el rival de menor puntaje; Buchholz mediano) que suavizan el efecto de un solo rival que abandonó el torneo.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Desempates: Buchholz, Sonneborn-Berger y cuándo usar cada uno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Sonneborn-Berger pondera distinto: suma el puntaje de los rivales a quienes se les GANÓ completo, y la mitad del puntaje de los rivales con quienes se empató — no cuenta a los rivales que derrotaron al jugador. Premia ganarle a los mejores, más que Buchholz.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Desempates: Buchholz, Sonneborn-Berger y cuándo usar cada uno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desempate progresivo (o Cumulativo) suma el puntaje acumulado del propio jugador ronda a ronda: premia haber estado adelante en puntaje durante todo el torneo, no solo al final — así se distingue a quien arrancó ganando de quien empató al principio y ganó todo al final con el mismo puntaje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Desempates: Buchholz, Sonneborn-Berger y cuándo usar cada uno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reglamento de cada torneo tiene que declarar, ANTES de que empiece, qué sistema (o combinación, en orden) usa para desempatar — no se puede elegir después de ver la tabla final, porque cada sistema favorece a jugadores distintos y elegir con la tabla ya armada abre la puerta a que parezca (o sea) manipulado.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Con la tabla final de un torneo suizo de 8 jugadores a 5 rondas (con al menos tres jugadores empatados en el primer lugar), calcular a mano el Buchholz y el Sonneborn-Berger de cada uno de los tres, y explicar por escrito por qué el orden final puede cambiar según cuál de los dos sistemas se haya declarado en el reglamento del torneo.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Árbitro Nacional · Lección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