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645920" y="4937760"/>
            <a:ext cx="3840480" cy="3840480"/>
          </a:xfrm>
          <a:prstGeom prst="ellipse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40080" y="594360"/>
            <a:ext cx="1005840" cy="100584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594360"/>
            <a:ext cx="1005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0A1F33"/>
                </a:solidFill>
                <a:latin typeface="Calibri"/>
              </a:rPr>
              <a:t>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685800"/>
            <a:ext cx="9509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0B429"/>
                </a:solidFill>
                <a:latin typeface="Calibri"/>
              </a:rPr>
              <a:t>AJEDREZ INTEGRAL  ·  CAMBIAR O NO CAMBIAR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097280"/>
            <a:ext cx="9509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9FB3C8"/>
                </a:solidFill>
                <a:latin typeface="Calibri"/>
              </a:rPr>
              <a:t>Bloque 4 · Cambios paradójicos y técnica moderna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51760"/>
            <a:ext cx="10881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mbria"/>
              </a:rPr>
              <a:t>La técnica moderna: no hay reglas fijas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61772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CADCFC"/>
                </a:solidFill>
                <a:latin typeface="Calibri"/>
              </a:rPr>
              <a:t>Los grandes maestros de hoy conocen las reglas clásicas, pero deciden cada cambio por la posición concreta. Las reglas son preguntas, no respuestas.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3093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27D98"/>
                </a:solidFill>
                <a:latin typeface="Calibri"/>
              </a:rPr>
              <a:t>ajedrez-integral.com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La técnica moderna: no hay reglas fijas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Todo lo que vimos en el curso son reglas útiles: cambia la mejor pieza del rival, deja su pieza mala, con espacio no cambies, con el rey débil cambia damas. Pero cada una tiene excepciones, y la técnica moderna consiste en saber cuándo aplicar cada una.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La técnica moderna: no hay reglas fijas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Una forma práctica de pensar: antes de cada cambio, imagina las dos posiciones —con y sin el cambio— y compáralas en lo que importa en esa partida: la seguridad de los reyes, la estructura, la actividad de las piezas que quedan. La regla te dice qué mirar; la posición te dice qué hacer.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La técnica moderna: no hay reglas fijas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Anand, contra Ivanchuk, cambió su alfil bueno por el alfil blanco de f1: no porque la regla lo dijera, sino porque sin ese alfil los peones blancos de e4 y g4 quedaban bloqueados en casillas claras. Y Akopian–Ivanchuk muestra lo contrario: con alfiles de distinto color, Ivanchuk se cuidó de no cambiar las torres.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280160" y="-1463040"/>
            <a:ext cx="4114800" cy="4114800"/>
          </a:xfrm>
          <a:prstGeom prst="ellipse">
            <a:avLst/>
          </a:prstGeom>
          <a:solidFill>
            <a:srgbClr val="0A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175504" y="822960"/>
            <a:ext cx="1828800" cy="182880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175504" y="82296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0A1F33"/>
                </a:solidFill>
                <a:latin typeface="Calibri"/>
              </a:rPr>
              <a:t>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88036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0B429"/>
                </a:solidFill>
                <a:latin typeface="Calibri"/>
              </a:rPr>
              <a:t>PARA PRACTICAR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383280"/>
            <a:ext cx="96012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  <a:latin typeface="Cambria"/>
              </a:rPr>
              <a:t>Ve al bloque de ejercicios. Antes de mirar la solución de cada uno, escribe qué regla del curso se aplica y si en esa posición hay alguna razón para romperla.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FB3C8"/>
                </a:solidFill>
                <a:latin typeface="Calibri"/>
              </a:rPr>
              <a:t>Cambiar o no cambiar · Lección 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