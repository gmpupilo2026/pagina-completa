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El ataque al rey enrocado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sacrificio del alfil en h7</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sacrificio clásico contra el enroque: el alfil toma en h7 (h2) con jaque, y detrás entran el caballo y la dama.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del alfil en h7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 probablemente el sacrificio más conocido del ajedrez, y también uno de los que más se juega mal. El alfil de d3 toma en h7 con jaque, el rey toma el alfil, y el caballo salta a g5 con jaque mientras la dama se prepara para entrar por h5 o por h7. Cuando funciona, el rey queda sin defensores en dos o tres jugadas; cuando no, se perdió una pieza a cambio de un peón.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del alfil en h7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condiciones que suelen hacerlo posible son tres: que el caballo pueda llegar a g5 sin que lo tomen, que la dama pueda llegar rápido a la columna h, y que el rival no tenga un caballo en f6 que defienda h7. Un peón en e5 que echó al caballo de f6 es la señal clásica. Pero las condiciones son una guía, no una garantía: cada vez hay que calcular las respuestas del rey, que puede volver a g8, ir a g6 o a h6.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del alfil en h7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regla práctica es no sacrificar por costumbre. Antes de tomar en h7, revisa la variante en la que el rey sale hacia g6: muchas veces es la que salva al defensor, y es la que menos se mira.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o en una base de datos tres sacrificios en h7 y, en cada uno, escribe dónde estaba el caballo, dónde la dama y por qué el rey no podía escapar por g6.</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