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La técnica en el final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Finales de alfiles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Con alfiles del mismo color pesa el alfil bueno y el rey activo; con alfiles de distinto color, casi todo tiende a tablas.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los finales de alfiles del mismo color, las ventajas pequeñas son muy claras: el alfil bueno contra el malo, el rey que entra por las casillas que el alfil rival no cuida, los peones fijos en el color equivocado. Son finales de paciencia, donde el bando mejor va acercando el rey y el otro solo puede esperar.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Con alfiles de distinto color todo cambia: cada alfil controla casillas que el otro nunca puede disputar, y el bando que defiende puede bloquear los peones en el color de su alfil y quedarse quieto. Por eso son el final de tablas por excelencia, incluso con dos peones de menos. Para ganarlos hacen falta peones pasados lejos uno de otro.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Finales de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lección práctica sirve en los dos sentidos: si estás mejor, piensa dos veces antes de entrar en un final de alfiles de distinto color; si estás peor, búscalo, porque es una de las mejores defensas que tiene el ajedrez.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tus finales con alfiles: ¿eran del mismo color o de distinto color? ¿El resultado fue el que dice la lección? Si no, busca el momento en que alguien se equivocó.</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