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Planilla y tablas: reclamos que hay que probar (art. 8-9)</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obligación de anotar y sus excepciones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artículo 8: quién tiene que anotar, con qué notación y qué pasa cuando a alguien le queda poco tiempo.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obligación de anotar y sus excepciones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Cada jugador debe anotar su propia partida y la del rival, jugada a jugada, en notación algebraica (art. 8.1) — es la base de la que dependen casi todos los reclamos de este bloque: sin planilla no hay cómo probar una repetición de posición ni contar las 50 jugadas sin captura ni movimiento de peón.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obligación de anotar y sus excepciones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artículo 8.4 exime de anotar a quien le quede menos de cinco minutos en su reloj (sin contar el incremento) hasta el final del período de control, siempre que el reglamento del torneo no diga lo contrario: en ese tramo puede dejar de escribir y concentrarse en jugar, pero debe completar la planilla apenas termine la partida o recupere tiempo.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obligación de anotar y sus excepciones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ninguno de los dos anotó un tramo (por la excepción del 8.4 o por un error), reconstruir la posición para resolver un reclamo posterior de repetición o de 50 jugadas puede ser imposible — y el reglamento no obliga a quien arbitra a adivinar: si no se puede probar, el reclamo no prospera.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obligación de anotar y sus excepciones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planilla es además el documento que respalda cualquier apelación: un reclamo de jugada ilegal, de tiempo o de tablas que termina en comité de apelación se revisa con las dos planillas sobre la mesa, así que un árbitro con criterio insiste en que se anote bien desde la primera ronda, no solo cuando ya hay un conflicto.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Revisar una planilla con errores deliberados (una jugada saltada, una notación ambigua, un tramo sin anotar por la excepción del 8.4) y reconstruir la posición jugada a jugada hasta donde sea posible, marcando el punto exacto donde ya no se puede reconstruir con certeza.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