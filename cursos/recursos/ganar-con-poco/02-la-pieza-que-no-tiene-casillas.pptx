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Ver lo que no se ve</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pieza que no tiene casillas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pieza sin casillas no es una pieza: es un problema. Encontrarla, en tu bando o en el del rival, es el primer paso de cualquier plan.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pieza que no tiene casillas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Toda pieza vale lo que hace. Un alfil encerrado detrás de sus peones vale menos que un caballo bien puesto; una torre que no tiene columna vale menos que un alfil activo. Las tablas de valores (3, 3, 5, 9) son un promedio: en cada posición concreta, una pieza puede valer bastante más o bastante menos.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pieza que no tiene casillas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Cuando una pieza rival se queda con pocas casillas, hay dos formas de aprovecharlo. La primera es quitarle las que le quedan y ganarla, que es lo que pasa en los ejemplos más llamativos. La segunda, más frecuente, es dejarla donde está: mientras esa pieza no juegue, tú juegas con una pieza de más en el resto del tablero, y esa ventaja se nota en cada plan.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pieza que no tiene casillas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pregunta «¿cuál es la peor pieza de cada bando?» es de las más útiles del ajedrez. Para la tuya, la tarea es mejorarla, aunque tarde tres jugadas. Para la del rival, la tarea es asegurarte de que siga mala: cada jugada que le impide salir vale tanto como una jugada que mejora una pieza propia.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próximas cinco partidas lentas, cada diez jugadas anota cuál es la peor pieza de cada bando. Al terminar, revisa: ¿mejoraste la tuya?, ¿dejaste salir la del rival?</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