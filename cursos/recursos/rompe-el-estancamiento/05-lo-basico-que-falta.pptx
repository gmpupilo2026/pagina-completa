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5</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ROMPE EL ESTANCAMIENTO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2 · Los conceptos que sí sirven</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Lo básico que falta</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Antes de buscar ideas finas, repasa las que se saltaron: desarrollo, rey seguro, centro, piezas sin defensa.</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Lo básico que falta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Muchos jugadores de club estudian estructuras sofisticadas y variantes de apertura de veinte jugadas, y siguen perdiendo partidas por las cosas de siempre: un rey que se quedó en el centro, una pieza sin defender, un desarrollo que nunca terminó. No es falta de talento: es que esos conceptos se aprendieron rápido, de chicos o de un video, y nunca se volvieron automáticos.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Lo básico que falta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prueba es fácil de hacer. Toma tus últimas diez derrotas y busca la primera jugada en la que la evaluación cambió de verdad. En una buena parte de ellas el motivo será básico: el rey sin enrocar con el centro abierto, una pieza que quedó colgando, un caballo en el borde sin futuro. Esos errores no se arreglan con más teoría, se arreglan con revisar lo básico cada jugada.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Lo básico que falta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Una lista corta antes de cada jugada ayuda mucho: ¿qué piezas tengo sin defender?, ¿está seguro mi rey?, ¿tengo alguna pieza que no hace nada? Al principio cansa; después de unas semanas se vuelve una mirada de dos segundos, y es la diferencia entre perder por un descuido y obligar al rival a ganarte.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Revisa tus últimas diez derrotas y clasifica la jugada decisiva: ¿fue un concepto básico (rey, desarrollo, pieza sin defender) o algo más fino? Si más de la mitad son básicos, dedica las próximas dos semanas a ejercicios de piezas sin defensa y seguridad del rey.</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Rompe el estancamiento · Lección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