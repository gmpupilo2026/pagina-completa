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6 del curso Cálculo y Visualización. La jugada inesperada que cambia el resultado del cálculo.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CÁLCULO Y VISUALIZACIÓN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Precisión en el cálculo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 las jugadas intermedias (zwischenzug)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jugada inesperada que cambia el resultado del cálculo.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 las jugadas intermedias (zwischenzug)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zwischenzug es una jugada intermedia inesperada (a menudo un jaque o una amenaza más fuerte) que se intercala antes de completar una secuencia "obvia", cambiando por completo la evaluación.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esta posibilidad es una de las causas más comunes de errores de cálculo.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dar por terminado el cálculo de una combinación, pregúntate: ¿existe una jugada intermedia que cambie todo?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y Visualización · Lección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Detectar las jugadas intermedias (zwischenzug) — Cálculo y Visualización</dc:title>
  <dc:subject>Detectar las jugadas intermedias (zwischenzug)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