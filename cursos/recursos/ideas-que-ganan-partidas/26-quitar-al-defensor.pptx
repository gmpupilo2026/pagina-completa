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26</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IDEAS QUE GANAN PARTIDAS</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5 · La táctica que sostiene el plan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Quitar al defensor</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Si una pieza defiende algo, cambiarla o capturarla deja eso a merced del ataque.</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Quitar al defensor</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Es la idea más directa del ajedrez: si algo está defendido por una sola pieza, se elimina esa pieza. Se cambia el caballo que cubre h7, se toma el alfil que defiende la casilla de coronación, se entrega una torre por la pieza que sostenía todo. Después del cambio, lo que estaba defendido ya no lo está.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Quitar al defensor</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diferencia con la desviación es que acá el defensor no se va: desaparece. Por eso estas jugadas suelen ser capturas, a veces con aparente pérdida de material, que se justifican por lo que se gana en la jugada siguiente.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Quitar al defensor</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Al calcular, mira siempre quién defiende el punto que quieres atacar. Si es una sola pieza, la pregunta siguiente es si la puedes eliminar.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Resuelve diez ejercicios de táctica preguntándote primero: ¿qué casilla quiero atacar y quién la defiende? Anota en cuántos la solución empezaba por eliminar al defensor.</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Ideas que ganan partidas · Lección 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