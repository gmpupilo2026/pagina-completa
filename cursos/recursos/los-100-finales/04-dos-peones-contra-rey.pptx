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4
Dos peones contra rey y peones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77 a 80 · 9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Manejar dos peones (doblados, aislados o bloqueados) contra el rey solo y aplicar las casillas críticas a los peones bloqueados.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Con dos peones el rey rival no puede detener a los dos; con peones bloqueados el que domina las casillas críticas gana el peón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77 · Rey y dos peones doblados contra rey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78 · Rey y dos peones aislados contra rey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79 · Peones bloqueados. Las casillas críticas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77 · Rey y dos peones doblados contra rey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Dos peones doblados ganan casi siempre: el peón atrasado sirve para gastar un tiempo en el momento crítico (la oposición en la sexta fila). Excepciones: peones de torre, y peón atrasado en quinta, que no puede perder tiempos.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Dos peones doblados ganan siempre salvo dos casos: peones de torre, o el peón más atrasado en la quinta fila.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peones de caballo hay que entregar el peón delantero para ganar las casillas críticas del otro y vigilar los ahogados.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Cuidado con dejar el peón delantero indefendido: 1.Rc4?? Rb6 y tablas.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77 · Rey y dos peones doblados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de caballo doblados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1.Rc3 Rc7 2.Rd4 Rb6 3.Rc4 Rc7 4.Rc5 Rb7 5.b6 Ra6 6.b7 Rxb7 7.Rb5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02566"/>
            <a:ext cx="5486400" cy="3223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peón atrasado da el tiempo de reserva. 6.b7! (6.Rc6?? ahogado) y tras 6...Rxb7 7.Rb5 se ganan las casillas críticas.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78 · Rey y dos peones aislados contra rey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Dos peones separados por una columna se defienden entre sí: si el rey captura el atrasado, queda fuera del cuadrado del otro. Y si están más lejos, el rey defensor casi nunca puede capturar uno sin que el rey fuerte llegue a apoyar al otro.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separados por una columna se defienden solos mientras el rey rival no ataque al más avanzado: se avanza el atrasado y el otro queda protegido por la amenaza de coronación.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peones más separados: retrasar la captura del primero hasta que el rey fuerte llegue a las casillas críticas del otro.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78 · Rey y dos peones aislados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Defendiéndose entre 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1.h5 Rf6 2.Rg2 Rg7 3.f5 Rh6 4.f6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77163"/>
            <a:ext cx="5486400" cy="33493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1.h5! y si el rey toma el peón atrasado queda fuera del cuadrado del otro. La situación se repite con 4.f6 y sólo falta acercar el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78 · Rey y dos peones aislados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Retrasando la captura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2.a5 Rc6 3.Rg2 Rb5 4.Rf3 Ra5 5.Re4 Rb6 6.Rd5 Rc7 7.Re6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Juegan las negras y aun así no hay casilla desde la que el rey blanco no llegue a apoyar sus peones: 2.a5! evita la captura del central y el rey blanco alcanza las casillas críticas del peón 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79 · Peones bloqueados. Las casillas críticas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los peones bloqueados también hay casillas críticas: las tres adyacentes al peón rival en su misma fila, por cada lado. El rey que llegue primero a ellas captura el peón, y esa idea se aplica igual con más peones.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Casillas críticas de un peón bloqueado: las tres de su misma fila a cada lado. El primer rey que las alcanza captura el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Ataque con reserva de casilla: el primer rey en atacar debe reservarse la casilla que ataca y defiende a la vez (zugzwang mutuo).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Siempre que la base de una cadena de peones esté bloqueada, el rey que alcance sus casillas críticas la captura.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79 · Peones bloqueados.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carrera hacia las casillas críticas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1.Rg3 Rb7 2.Rf4 Rc7 3.Re5 Rd7 4.Rd5 Rc7 5.Re6 Rc8 6.Rd6 Rb7 7.Rd7 Rb8 8.Rc6 Ra7 9.Rc7 Ra8 10.Rxb6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31889"/>
            <a:ext cx="5486400" cy="3094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Para el peón negro de b6 las casillas críticas son c6, d6, e6; para el blanco de b5, c5, d5, e5. Basta contar: el rey blanco llega antes y con la oposición pasa a la fila siguiente.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79 · Peones bloqueados.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ataque con reserva de casilla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1.Rd7 Rf5 2.Rd6 Rg6 3.Rxe6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53650"/>
            <a:ext cx="5486400" cy="3372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1.Rd6?? Rf5! sería zugzwang a favor de las negras. 1.Rd7! reserva la casilla d6 y el zugzwang cambia de bando.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79 · Peones bloqueados.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aplicación con más peones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1...Rh4 2.Rf2 Rh3 3.Rg1 g3 4.hxg3 Rxg3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0676"/>
            <a:ext cx="5486400" cy="33258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negro fuerza el cambio del peón no bloqueado y queda en las casillas críticas del peón d3: lo captura y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80 · Peones bloqueados más atrás (o de torre)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Llegar a una casilla crítica garantiza capturar el peón, no ganar: si el final de rey y peón resultante es tablas, no basta. Con peones más atrás o de torre, el interés pasa a las maniobras previas: los múltiples caminos del rey.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Capturar el peón no es ganar: hay que capturarlo en una casilla crítica para coronar el propio.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Recurso defensivo: avanzar el peón para que sea capturado en una casilla que no sea crítica para el peón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Los múltiples caminos del rey: elegir la ruta que se aleja del rey rival o que obstruye la suya; a veces sólo una sirve.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peón de torre, al defensor le basta encerrar al rey fuerte en la columna de torre.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Perder el peón sin perder la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1.f4 Re4 2.Rg2 Rxf4 3.Rf2 Re4 4.Re2 f4 5.Rf2 f3 6.Rf1 Re3 7.Re1 f2+ 8.Rf1 Rf3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53512"/>
            <a:ext cx="5486400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1.f4! única: el rey negro tendrá que capturar en f4, que no es casilla crítica de su peón. 1.Rf2?? f4! y el rey negro capturaría desde una casilla crítica.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Los múltiples caminos del 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1.Rg3 Rc2 2.Rf2 Rd3 3.Re1 Rc4 4.Rd2 Rb5 5.Rc3 Rxb6 6.Rb4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Hay 141 caminos de h4 a b4 en seis jugadas y sólo uno sirve: el que se aleja de la trayectoria del rey negro. 1.Rg4? Rc2! 2.Rf3 Rd3! obliga a perder un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torre: dos reyes negros para comparar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1.Re6 Rc3 2.Rd5 Rd3 3.Rc6 Rd4 4.Rb7 Rd5 5.Rxa7 Rc6 6.Rb8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negro en b2 las blancas ganan porque 2.Rd5! le hace perder un tiempo (1.Re7? Rc3 2.Rd7 Rd4 3.Rc7 Rd5 4.Rb7 Rd6 5.Rxa7 Rc7=). Con el rey negro en h2, sorprendentemente, hace tablas: vale más un camino despejado que muchos carriles atascados.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Contá antes de mover: en cada diagrama decidí el resultado y luego comprobalo jugando ambos bandos.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4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