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0A1F33"/>
                </a:solidFill>
                <a:latin typeface="Calibri"/>
              </a:rPr>
              <a:t>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1">
                <a:solidFill>
                  <a:srgbClr val="F0B429"/>
                </a:solidFill>
                <a:latin typeface="Calibri"/>
              </a:rPr>
              <a:t>AJEDREZ INTEGRAL  ·  GANAR CON POCO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9FB3C8"/>
                </a:solidFill>
                <a:latin typeface="Calibri"/>
              </a:rPr>
              <a:t>Bloque 7 · Las partidas del libro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Cambria"/>
              </a:rPr>
              <a:t>Yusúpov – Rozentalis: el alfil y el rey activo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0">
                <a:solidFill>
                  <a:srgbClr val="CADCFC"/>
                </a:solidFill>
                <a:latin typeface="Calibri"/>
              </a:rPr>
              <a:t>Artur Yusúpov contra Eduardas Rozentalis, Alemania, 1995. Alfil contra caballo en el final.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27D98"/>
                </a:solidFill>
                <a:latin typeface="Calibri"/>
              </a:rPr>
              <a:t>ajedrez-integral.com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Yusúpov – Rozentalis: el alfil y el rey activo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En una Nimzoindia, la partida llega a un final de torre y alfil contra torre y caballo. Yusúpov tiene el rey más activo y un alfil que, con peones en los dos flancos, llega más rápido que el caballo. La ventaja crece de a poco hasta que los peones negros empiezan a caer.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A1F33"/>
                </a:solidFill>
                <a:latin typeface="Calibri"/>
              </a:rPr>
              <a:t>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DE911D"/>
                </a:solidFill>
                <a:latin typeface="Calibri"/>
              </a:rPr>
              <a:t>CONCEPTO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A1F33"/>
                </a:solidFill>
                <a:latin typeface="Cambria"/>
              </a:rPr>
              <a:t>Yusúpov – Rozentalis: el alfil y el rey activo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11064240" cy="4297680"/>
          </a:xfrm>
          <a:prstGeom prst="rect">
            <a:avLst/>
          </a:prstGeom>
          <a:solidFill>
            <a:srgbClr val="F0F4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334E68"/>
                </a:solidFill>
                <a:latin typeface="Calibri"/>
              </a:rPr>
              <a:t>Recórrela jugada a jugada en el tablero (Defensa Nimzoindia; ganan las blancas). En los momentos clave el visor te pide que encuentres la jugada antes de verla: todas están comprobadas con Stockfish, y en cada una la jugada de la partida es la mejor por al menos medio peón. Lo que hay que llevarse: Con peones en los dos flancos, el alfil suele ser mejor que el caballo. Una pieza que tapa a otra más valiosa queda atada. El rey activo decide los finales de piezas.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02A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0A1F33"/>
                </a:solidFill>
                <a:latin typeface="Calibri"/>
              </a:rPr>
              <a:t>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0B429"/>
                </a:solidFill>
                <a:latin typeface="Calibri"/>
              </a:rPr>
              <a:t>PARA PRACTICAR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FFFFFF"/>
                </a:solidFill>
                <a:latin typeface="Cambria"/>
              </a:rPr>
              <a:t>En tus finales de alfil contra caballo, mira si hay peones en los dos flancos. Busca piezas rivales que estén tapando a otras más valiosas: son un blanco.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9FB3C8"/>
                </a:solidFill>
                <a:latin typeface="Calibri"/>
              </a:rPr>
              <a:t>Ganar con poco · Lección 36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