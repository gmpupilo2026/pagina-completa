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Los peones mandan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Debilidades que no se mueven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Peones atrasados, doblados y aislados: cómo se atacan cuando ya no quedan piezas.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Debilidades que no se mueven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el medio juego una debilidad de peones se defiende con piezas. En el final no hay piezas de sobra: lo que quedó débil, queda débil para siempre. Por eso un final que en el medio juego parecía igual puede estar perdido de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Debilidades que no se mueven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ataque a esas debilidades tiene un orden: primero se fija el peón (que no pueda avanzar y dejar de ser débil), después se le suman atacantes, y recién al final se cobra. Fijar es la parte que se salta todo el mundo y la que hace que el trabajo no se pierda.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Debilidades que no se mueven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Y cuando hay una sola debilidad, muchas veces no alcanza: el rival la defiende y aguanta. Ahí entra el principio de las dos debilidades, que es el tema del bloque final de este curso: crear la segunda, lejos de la primera, para que la defensa no llegue a las 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Elige una partida tuya que terminó en final. Marca qué peón quedó débil y en qué jugada se volvió débil: casi siempre fue un avance del medio juego.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