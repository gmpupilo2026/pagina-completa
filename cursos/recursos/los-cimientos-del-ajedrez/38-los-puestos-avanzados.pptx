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Los puestos avanzados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casilla en el campo rival que ningún peón contrario puede atacar es un hogar perfecto para una pieza. Aprende a encontrarla y a ocuparla con la pieza correcta.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puestos avanzados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puesto avanzado es una casilla en el campo rival, normalmente en la quinta o la sexta fila (cuarta o tercera, con negras), que ningún peón rival puede atacar y que un peón tuyo protege. Una pieza instalada ahí no se puede echar con un peón y solo se puede cambiar por otra pieza. El caballo es el gran ocupante de los puestos avanzados, porque de cerca ataca muchas casillas y desde el centro llega a todos lados, mientras que en su casa hace poco.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puestos avanzados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encontrarlo, mira las casillas de tu lado de ataque y pregúntate si algún peón rival podría atacarlas algún día. Si en las columnas vecinas el rival ya no tiene peones, o los que tiene ya pasaron de largo, la casilla es un puesto. Que tu peón la proteja la vuelve todavía mejor. Muchas veces el puesto aparece justo después de que el rival avanza un peón para echar a otra pieza: ese peón ya no puede volver a cuidar la casilla de atrás.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puestos avanzados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plan es llevar ahí la pieza que más gana con estar ahí, aunque cueste varias jugadas de maniobra. El error típico es ocupar el puesto con una pieza que no hace nada en esa casilla, o llegar con el caballo y dejar que el rival lo cambie por su alfil sin tener otra pieza lista para volver a ocupar la casilla. La casilla es el valor; la pieza se puede reemplazar. Y si es el rival quien tiene el puesto, cambia la pieza que llega antes de que se instale.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próximas tres partidas, después de la apertura, busca una casilla del campo rival que ningún peón contrario pueda atacar. Escribe qué pieza tuya llevarías ahí y en cuántas jugadas.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