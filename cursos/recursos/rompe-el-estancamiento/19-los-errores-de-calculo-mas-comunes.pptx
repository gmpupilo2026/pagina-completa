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19</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ROMPE EL ESTANCAMIENTO</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5 · Cálculo y visualización</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Los errores de cálculo más comunes</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Casi todos los errores de cálculo son de los mismos tres tipos: líneas cortadas antes de tiempo, piezas que «se mueven solas» y evaluaciones apuradas.</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Los errores de cálculo más comunes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Cuando se analiza una partida perdida por un error de cálculo, el error casi nunca es no haber visto la línea: es haberla visto mal. Hay tres formas típicas. La primera es cortar la variante justo antes de la jugada importante, con un «y estoy mejor» que nadie comprobó. La segunda es imaginar mal la posición: una pieza que en la cabeza ya se movió, o que sigue en una casilla de la que salió hace dos jugadas. La tercera es evaluar el final de la línea a la ligera, contando solo el material.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Los errores de cálculo más comunes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Para la primera, la regla es no detener el cálculo en una posición donde todavía hay jaques, capturas o amenazas: la línea termina cuando la posición se calma. Para la segunda ayuda nombrar las casillas al calcular, en voz baja: «el caballo ya no está en f3, está en g5», en lugar de solo imaginar el dibujo.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Los errores de cálculo más comunes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La tercera se arregla con una pregunta al final de cada línea: además del material, ¿cómo están los reyes, qué piezas están activas, quién tiene la iniciativa? Una línea que gana un peón y deja tu rey desnudo no es una buena línea.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Toma tres errores de cálculo de tus partidas y clasifícalos: ¿cortaste la línea antes de tiempo, imaginaste mal la posición o evaluaste mal el final? Si un tipo se repite, ese es el que hay que entrenar.</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Rompe el estancamiento · Lección 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