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Cambios paradójicos y técnica moderna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Entregar la pareja a tiempo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pareja de alfiles es una ventaja, pero no es sagrada: si cambiar un alfil elimina la mejor pieza rival o deja su rey débil, conviene darla.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Entregar la pareja a tiempo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Muchos jugadores se aferran a los dos alfiles como si fueran un premio. Pero la pareja vale por lo que hace; si un alfil puede eliminar el caballo que sostiene toda la defensa rival, cambiarlo es dar algo bueno por algo mejor.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Entregar la pareja a tiempo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clave está en lo que queda después: si el cambio deja al rey rival sin defensores o su estructura dañada, conviene mantener las damas en el tablero para aprovecharlo.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Entregar la pareja a tiempo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Karpov, contra Shirov, dio su alfil de b2 por el caballo de e5, la pieza negra más fuerte. El flanco de rey negro quedó flojo y, con las damas todavía en el tablero, la primera fila negra no resistió la táctica.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Cuando tengas la pareja de alfiles, revisa en cada momento tranquilo si hay una pieza rival tan fuerte que valga uno de tus alfiles.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