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Cambiar hacia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final de peones: cuenta antes de cambiar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Es el final al que llevan todos los cambios, y el único en el que no hay segunda oportunidad.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final de peones: cuenta antes de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se cambia la última pieza, la partida pasa a un final de peones, y en un final de peones casi no hay posiciones dudosas: o se gana, o se entabla, o se pierde, y la diferencia suele ser un solo tiempo. Por eso el cambio que lleva a un final de peones es el más definitivo de todos.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final de peones: cuenta antes de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que llegar con la cuenta hecha. Las preguntas son siempre las mismas: ¿quién tiene un peón pasado o puede crearlo? ¿Qué rey llega antes al centro o a los peones rivales? ¿Quién tiene más tiempos de reserva, esas jugadas de peón que se pueden hacer para no tener que mover el rey? ¿Hay oposición y quién la tiene?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final de peones: cuenta antes de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 no puedes contestar esas preguntas antes del cambio, no cambies todavía. Una pieza en el tablero da margen de error; sin piezas, el error se paga entero.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Haz cada día un final de peones de los ejercicios de este bloque, contando tiempos en voz alta antes de mover. Si te equivocas, vuelve a contar desde el principio, sin mirar la solución.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