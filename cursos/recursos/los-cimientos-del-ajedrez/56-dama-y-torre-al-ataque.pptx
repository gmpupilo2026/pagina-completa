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Dama y torre al ataque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Dama y torre juntas en una columna o una fila dan algunos de los mates más directos. Aprende a doblarlas y a usarlas contra el rey.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torre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Dama y torre son las dos piezas pesadas, y juntas tienen una fuerza enorme en líneas rectas. Dobladas en una columna abierta presionan hasta el fondo del campo rival; en la séptima o en la octava fila pueden barrer todo lo que encuentran. Contra un rey con pocas casillas, la dama apoyada por la torre da mate de muchas formas: en la última fila, en la columna h, en la casilla g7 o al lado del rey.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torre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 son líneas abiertas que llegan al rey: una columna sin peones frente al enroque, una fila de atrás sin protección, un peón de h o de g que ya se movió. Si tu torre puede llegar a esa línea y tu dama puede apoyarla, el ataque está listo. Otro indicio es el rey rival en el centro con las columnas d o e abiertas: dama y torre ahí lo atrapan antes de que se ponga a salvo.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torre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técnica básica es doblar: primero la torre y detrás la dama, o al revés, según quién deba llegar a la casilla final. Un truco frecuente es sacrificar la torre en la casilla clave para que la dama entre con mate, o dar jaque con la dama para que la torre llegue a tiempo. El error típico es lanzar el ataque con una sola pieza pesada: el rival la cambia o la espanta y la segunda llega tarde.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Repasa cinco partidas tuyas y marca las columnas abiertas que hubo cerca del rey rival. Comprueba si en algún momento podías doblar dama y torre en ellas y qué habría pasado.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