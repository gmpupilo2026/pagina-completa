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táctica que sostiene el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enfilada y los rayos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Dos piezas rivales en la misma línea son un blanco: se ataca la de adelante y se gana la de atrás.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enfilada y los rayos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enfilada es una clavada al revés: la pieza de adelante es la más valiosa, y cuando se aparta, la de atrás queda a merced del atacante. Un jaque de torre al rey con la dama detrás en la misma columna, un alfil que ataca a la dama con una torre detrás en la diagonal. El rival tiene que mover la de adelante y pierde la otra.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enfilada y los rayos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rayos X son el mismo principio aplicado a la defensa: una pieza sigue actuando a través de otra, como si no estuviera. Una torre defiende una casilla aunque haya una torre rival en el medio, porque si esa torre toma, la propia recaptura.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enfilada y los rayos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dos ideas piden mirar las líneas enteras, no solo hasta la primera pieza. Cuando dos piezas rivales comparten fila, columna o diagonal, busca cómo atacarlas por esa línea.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cinco partidas tuyas, busca los momentos en que dos piezas del rival quedaron en la misma línea. Anota si había una enfilada y si la viste.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