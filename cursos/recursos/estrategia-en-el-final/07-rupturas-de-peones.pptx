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7</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ESTRATEGIA EN EL FINAL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Los peones mandan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Rupturas de peones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momento en que se cambia la estructura es el momento en que se decide el final.</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Rupturas de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ruptura es un avance de peón que ofrece un cambio para abrir una línea, crear un pasado o descomponer la estructura del rival. En el final casi nunca hay muchas: suele haber una sola, y jugarla en el momento correcto es la diferencia entre ganar y firmar tablas.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Rupturas de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Antes de romper hay que contestar tres cosas: qué peón queda pasado después, qué casillas quedan débiles, y quién llega antes con el rey. Si la respuesta a la última no te favorece, la ruptura correcta es la que no haces todavía.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Rupturas de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Hay rupturas que ganan por sorpresa aunque cuesten dos peones: los tres peones contra tres en el mismo flanco donde 1.b6 axb6 2.c6! bxc6 3.a6 corona. Esa es la que vale la pena tener siempre en la cabeza, porque aparece cuando parece que no hay nada.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Pon en el tablero peones blancos en a5, b5, c5 y negros en a7, b7, c7, con los reyes lejos, y encuentra la ruptura ganadora. Después busca cómo la frenan las negras si les toca mover.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Estrategia en el final · Lección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