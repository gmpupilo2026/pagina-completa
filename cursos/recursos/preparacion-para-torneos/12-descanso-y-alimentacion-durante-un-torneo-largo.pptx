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Lección 12 del curso Preparación para Torneos. Cuidar el cuerpo para sostener el nivel durante varias rondas.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1F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A1F33"/>
          </a:solidFill>
          <a:ln/>
        </p:spPr>
      </p:sp>
      <p:sp>
        <p:nvSpPr>
          <p:cNvPr id="3" name="Shape 1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645920" y="4937760"/>
            <a:ext cx="3840480" cy="3840480"/>
          </a:xfrm>
          <a:prstGeom prst="ellipse">
            <a:avLst/>
          </a:prstGeom>
          <a:solidFill>
            <a:srgbClr val="102A43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594360"/>
            <a:ext cx="1005840" cy="100584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594360"/>
            <a:ext cx="1005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920240" y="685800"/>
            <a:ext cx="9509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 INTEGRAL  ·  PREPARACIÓN PARA TORNEOS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920240" y="1097280"/>
            <a:ext cx="9509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Bloque 3 · Psicología y hábitos de competencia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651760"/>
            <a:ext cx="1088136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Descanso y alimentación durante un torneo largo</a:t>
            </a:r>
            <a:endParaRPr lang="en-US" sz="40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617720"/>
            <a:ext cx="9601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Cuidar el cuerpo para sostener el nivel durante varias rondas.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640080" y="6309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27D9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ajedrez-integral.com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502920"/>
            <a:ext cx="502920" cy="50292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5029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♟</a:t>
            </a:r>
            <a:endParaRPr lang="en-US" sz="20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530352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DE91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CONCEPTO CLAVE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051560"/>
            <a:ext cx="11064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A1F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Descanso y alimentación durante un torneo largo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548640" y="1965960"/>
            <a:ext cx="11064240" cy="4297680"/>
          </a:xfrm>
          <a:prstGeom prst="rect">
            <a:avLst>
              <a:gd name="adj" fmla="val 2553"/>
            </a:avLst>
          </a:prstGeom>
          <a:solidFill>
            <a:srgbClr val="F0F4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1005840" y="2331720"/>
            <a:ext cx="102412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rendimiento ajedrecístico cae notablemente con el cansancio acumulado.</a:t>
            </a:r>
            <a:endParaRPr lang="en-US" sz="1600" dirty="0"/>
          </a:p>
          <a:p>
            <a:pPr marL="342900" indent="-342900">
              <a:lnSpc>
                <a:spcPct val="115000"/>
              </a:lnSpc>
              <a:spcAft>
                <a:spcPts val="1400"/>
              </a:spcAft>
              <a:buSzPct val="100000"/>
              <a:buChar char="▪"/>
            </a:pPr>
            <a:r>
              <a:rPr lang="en-US" sz="1600" dirty="0">
                <a:solidFill>
                  <a:srgbClr val="334E6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Dormir lo suficiente entre rondas, hidratarte y comer de forma ligera pero constante (evitar comidas muy pesadas antes de jugar) son parte del entrenamiento tanto como el estudio de aperturas.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02A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02A43"/>
          </a:solidFill>
          <a:ln/>
        </p:spPr>
      </p:sp>
      <p:sp>
        <p:nvSpPr>
          <p:cNvPr id="3" name="Shape 1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0A1F33">
              <a:alpha val="8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5175504" y="822960"/>
            <a:ext cx="1828800" cy="1828800"/>
          </a:xfrm>
          <a:prstGeom prst="ellipse">
            <a:avLst/>
          </a:prstGeom>
          <a:solidFill>
            <a:srgbClr val="DE911D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175504" y="822960"/>
            <a:ext cx="18288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0A1F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8803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spc="100" kern="0" dirty="0">
                <a:solidFill>
                  <a:srgbClr val="F0B4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PRACTICAR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3383280"/>
            <a:ext cx="960120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25000"/>
              </a:lnSpc>
              <a:buNone/>
            </a:pPr>
            <a:r>
              <a:rPr lang="en-US" sz="22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antes de tu próximo torneo de varias rondas, planifica tus horarios de comida y descanso con la misma seriedad que tu preparación de aperturas.</a:t>
            </a:r>
            <a:endParaRPr lang="en-US" sz="22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6263640"/>
            <a:ext cx="11064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9FB3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Preparación para Torneos · Lección 12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Ajedrez Integral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Descanso y alimentación durante un torneo largo — Preparación para Torneos</dc:title>
  <dc:subject>Descanso y alimentación durante un torneo largo</dc:subject>
  <dc:creator>Ajedrez Integral</dc:creator>
  <cp:lastModifiedBy>Ajedrez Integral</cp:lastModifiedBy>
  <cp:revision>1</cp:revision>
  <dcterms:created xsi:type="dcterms:W3CDTF">2026-09-10T06:21:04Z</dcterms:created>
  <dcterms:modified xsi:type="dcterms:W3CDTF">2026-09-10T06:21:04Z</dcterms:modified>
</cp:coreProperties>
</file>