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3 del curso Finales Prácticos. Las posiciones que todo jugador debe reconocer de memoria.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Finales de peones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Finales de rey y peón: posiciones críticas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posiciones que todo jugador debe reconocer de memoria.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Finales de rey y peón: posiciones críticas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Ciertas posiciones de rey y peón se repiten constantemente: el rey defensor delante del peón enemigo suele hacer tablas; el rey defensor detrás o al costado suele perder.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Memorizar 5 o 6 posiciones clave te ahorra calcular desde cero en la práctica.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memoriza la posición de tablas donde el rey defensor está justo delante del peón rival, en la misma columna.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Finales de rey y peón: posiciones críticas — Finales Prácticos</dc:title>
  <dc:subject>Finales de rey y peón: posiciones críticas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