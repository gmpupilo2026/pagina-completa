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Cambiar hacia el final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Transformar una ventaja en otra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ventaja no se cobra siempre igual. A veces hay que cambiarla por otra más fácil de ganar.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Transformar una ventaja en otra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ventajas cambian de forma. Una iniciativa se puede convertir en material, un material de más en un final ganado, una buena estructura en un peón pasado. Cada cambio de piezas es una oportunidad de transformar lo que tienes en algo más fácil de cobrar.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Transformar una ventaja en otra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útil es: ¿qué ventaja tengo y cuál me resultaría más simple de ganar? Si tienes la iniciativa pero el rival amenaza con consolidarse, quizá convenga cambiarla por un peón seguro. Si tienes un peón de más pero mucha presión rival, quizá convenga devolver algo para cambiar las piezas peligrosas y quedarte con un final limpio.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Transformar una ventaja en otra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jugadores fuertes no se aferran a la forma de su ventaja: la transforman cuando hace falta, y casi siempre lo hacen con un cambio.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una partida en la que tenías ventaja y no ganaste. Busca el momento en que podías transformarla en un final simple con un cambio. ¿Qué te impidió hacerlo?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