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Damas y torres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Una torre por otra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cambio de torres decide quién se queda con la columna abierta, y a veces quién gana el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Una torre por otra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torres se cambian casi siempre en una columna abierta: dos torres enfrentadas, una de ellas captura y la otra recaptura. Quién termina dueño de la columna depende de cuántas piezas apoyan a cada lado, así que antes de entrar en esa pelea conviene contar: si tienes dos torres dobladas contra una, la columna será tuya después del cambio.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Una torre por otra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los finales, el cambio de torres tiene otro peso: muchas veces es el paso a un final de peones. Un final de torres con un peón de más puede ser tablas; el mismo peón de más sin torres puede ganar solo. Y al revés: si el final de peones que queda es perdido, la torre que te queda vale más que cualquier simplificación.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Una torre por otra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práctica es contar dos cosas antes de cambiar torres: quién se queda con la columna y quién gana el final que queda sin ellas.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los ejercicios de este bloque, cada vez que haya torres enfrentadas, cuenta en voz alta cuántas piezas apoyan cada una antes de buscar la jugada.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