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8 del curso Finales Prácticos. Técnica de conversión cuando el material es mayor.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FINALES PRÁCTICOS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Finales de torre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Finales de torres con varios peones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de conversión cuando el material es mayor.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Finales de torres con varios peones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varios peones por bando, la técnica de conversión combina activar el rey, crear un peón pasado protegido y usar la torre para apoyar su avance, todo mientras se evita dejar los propios peones débiles y aislados.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juega un final de torres con 3 peones por bando contra Oscar y practica la técnica de conversión paso a paso.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Finales Prácticos · Lección 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Finales de torres con varios peones — Finales Prácticos</dc:title>
  <dc:subject>Finales de torres con varios peones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