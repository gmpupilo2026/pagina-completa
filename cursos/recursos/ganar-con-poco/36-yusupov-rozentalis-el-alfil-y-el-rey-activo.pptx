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Yusúpov – Rozentalis: el alfil y el rey activo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Artur Yusúpov contra Eduardas Rozentalis, Alemania, 1995. Alfil contra caballo en el final.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Yusúpov – Rozentalis: el alfil y el rey activo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una Nimzoindia, la partida llega a un final de torre y alfil contra torre y caballo. Yusúpov tiene el rey más activo y un alfil que, con peones en los dos flancos, llega más rápido que el caballo. La ventaja crece de a poco hasta que los peones negros empiezan a caer.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Yusúpov – Rozentalis: el alfil y el rey activo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Nimzoindia; ganan las blancas). En los momentos clave el visor te pide que encuentres la jugada antes de verla: todas están comprobadas con Stockfish, y en cada una la jugada de la partida es la mejor por al menos medio peón. Lo que hay que llevarse: Con peones en los dos flancos, el alfil suele ser mejor que el caballo. Una pieza que tapa a otra más valiosa queda atada. El rey activo decide los finales de piezas.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finales de alfil contra caballo, mira si hay peones en los dos flancos. Busca piezas rivales que estén tapando a otras más valiosas: son un blanco.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