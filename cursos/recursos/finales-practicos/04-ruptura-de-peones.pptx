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4 del curso Finales Prácticos. Cuándo y cómo romper la estructura para crear un pasado.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Finales de peones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Ruptura de peones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y cómo romper la estructura para crear un pasado.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Ruptura de peones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ruptura de peones sacrifica temporalmente la estructura para crear un peón pasado o abrir una vía de coronación.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correcto depende de contar peones: si tienes mayoría de peones de un lado, casi siempre existe una ruptura ganadora en algún momento del final.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final de peones de tus partidas guardadas, busca si existía una ruptura que no jugaste.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Ruptura de peones — Finales Prácticos</dc:title>
  <dc:subject>Ruptura de peones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