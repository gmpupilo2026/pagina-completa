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 cabeza en la partida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sentido del peligro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Hay posiciones donde algo está por pasar. Detectar a tiempo que tu rey o tus piezas corren peligro evita la mitad de las derrotas.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sentido del peligro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sentido del peligro es la capacidad de notar, antes de calcular nada, que la posición tiene algo raro: muchas piezas rivales cerca de tu rey, una diagonal abierta que apunta a tu enroque, una pieza tuya sin casillas, una fila de atrás sin salida. Los jugadores fuertes no lo tienen por talento: lo desarrollaron perdiendo partidas por eso y aprendiendo a reconocer las señales.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sentido del peligro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contrario al miedo es la confianza: seguir con el propio plan como si nada pasara mientras el rival acumula fuerzas. Muchas derrotas empiezan con una jugada que no tenía nada de malo en sí, salvo que llegaba una jugada tarde: hacía falta defender, y se siguió atacando.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sentido del peligro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Algunas señales que conviene aprender de memoria: tres o más piezas rivales apuntando a tu rey, peones de tu enroque que se adelantaron, una pieza tuya sin defensa en una línea donde el rival tiene una pieza de largo alcance, la última fila sin una casilla de escape. Cuando aparece una, antes de seguir con tu plan, mira qué podría hacer el rival.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tus últimas cinco derrotas y busca la jugada en la que el peligro ya se veía (piezas rivales cerca de tu rey, una línea abierta). Escribe cuántas jugadas antes del desastre estaba la señal.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