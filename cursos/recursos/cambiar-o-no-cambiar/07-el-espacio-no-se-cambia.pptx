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CAMBIAR O NO CAMBIAR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1 · Las bases del cambio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El espacio no se cambia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Con más espacio conviene mantener las piezas; con menos, conviene cambiarlas. El bando apretado respira con cada cambio.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El espacio no se cambia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Tener más espacio significa tener más casillas para mover las piezas. Al rival, con menos espacio, sus piezas se le estorban unas a otras. Cada cambio le quita a él una pieza que no tenía dónde poner, y a ti una que sí: por eso el bando con más espacio debe evitar los cambios y el bando apretado debe buscarlos.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El espacio no se cambia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Esto lleva a decisiones que parecen raras: renunciar al enroque para no cambiar un alfil, dar un rodeo con una pieza para no ofrecer un cambio, o mover la dama a una casilla menos activa para que el rival no la pueda cambiar.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El espacio no se cambia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Alexander Alekhine contra Capablanca prefirió 10.Rf1, perdiendo el enroque, antes que tapar el jaque con 10.Ad2, que cambiaba los alfiles y aliviaba a las negras. En la otra partida, Karpov, con menos espacio, buscó desde el principio cambiar damas contra Spassky.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En tus partidas, cuando tengas más espacio, cuenta los cambios que hiciste. Si fueron muchos, revisa si alguno era evitable.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Cambiar o no cambiar · Lección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